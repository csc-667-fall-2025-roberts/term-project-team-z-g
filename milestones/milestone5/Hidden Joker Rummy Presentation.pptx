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3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5BD18C-00C6-4A66-B771-80E25F54916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3E7EBEF-C350-45F9-8957-94AEABD4D100}">
      <dgm:prSet/>
      <dgm:spPr/>
      <dgm:t>
        <a:bodyPr/>
        <a:lstStyle/>
        <a:p>
          <a:r>
            <a:rPr lang="en-US" b="0" i="0"/>
            <a:t>Multiplayer real-time gameplay</a:t>
          </a:r>
          <a:endParaRPr lang="en-US"/>
        </a:p>
      </dgm:t>
    </dgm:pt>
    <dgm:pt modelId="{1308D127-BCC1-4771-9783-28C556D1FC99}" type="parTrans" cxnId="{D182F84D-13CB-4933-BA64-3A282A499B23}">
      <dgm:prSet/>
      <dgm:spPr/>
      <dgm:t>
        <a:bodyPr/>
        <a:lstStyle/>
        <a:p>
          <a:endParaRPr lang="en-US"/>
        </a:p>
      </dgm:t>
    </dgm:pt>
    <dgm:pt modelId="{BC1D122B-3E01-4D31-A0E1-BF244DC49D70}" type="sibTrans" cxnId="{D182F84D-13CB-4933-BA64-3A282A499B23}">
      <dgm:prSet/>
      <dgm:spPr/>
      <dgm:t>
        <a:bodyPr/>
        <a:lstStyle/>
        <a:p>
          <a:endParaRPr lang="en-US"/>
        </a:p>
      </dgm:t>
    </dgm:pt>
    <dgm:pt modelId="{7FB0EF72-7934-4446-8E16-17DA88E7F6BF}">
      <dgm:prSet/>
      <dgm:spPr/>
      <dgm:t>
        <a:bodyPr/>
        <a:lstStyle/>
        <a:p>
          <a:r>
            <a:rPr lang="en-US" b="0" i="0"/>
            <a:t>Lobby vs game-room isolation</a:t>
          </a:r>
          <a:endParaRPr lang="en-US"/>
        </a:p>
      </dgm:t>
    </dgm:pt>
    <dgm:pt modelId="{1682A37C-D171-4ABA-AD69-69B97A0EED52}" type="parTrans" cxnId="{60B5B94C-C721-4C72-8A2B-171CD289FA33}">
      <dgm:prSet/>
      <dgm:spPr/>
      <dgm:t>
        <a:bodyPr/>
        <a:lstStyle/>
        <a:p>
          <a:endParaRPr lang="en-US"/>
        </a:p>
      </dgm:t>
    </dgm:pt>
    <dgm:pt modelId="{19139222-1385-47DF-A97D-0159669EC148}" type="sibTrans" cxnId="{60B5B94C-C721-4C72-8A2B-171CD289FA33}">
      <dgm:prSet/>
      <dgm:spPr/>
      <dgm:t>
        <a:bodyPr/>
        <a:lstStyle/>
        <a:p>
          <a:endParaRPr lang="en-US"/>
        </a:p>
      </dgm:t>
    </dgm:pt>
    <dgm:pt modelId="{F61E7963-B95A-46E0-9794-710CE8ECD5E7}">
      <dgm:prSet/>
      <dgm:spPr/>
      <dgm:t>
        <a:bodyPr/>
        <a:lstStyle/>
        <a:p>
          <a:r>
            <a:rPr lang="en-US" b="0" i="0"/>
            <a:t>Session-based socket authentication</a:t>
          </a:r>
          <a:endParaRPr lang="en-US"/>
        </a:p>
      </dgm:t>
    </dgm:pt>
    <dgm:pt modelId="{02DC939F-F4E8-4B63-AE70-43AC396FC2F8}" type="parTrans" cxnId="{94970A8F-F2B9-4E5E-A92C-2A1FA60A6BF4}">
      <dgm:prSet/>
      <dgm:spPr/>
      <dgm:t>
        <a:bodyPr/>
        <a:lstStyle/>
        <a:p>
          <a:endParaRPr lang="en-US"/>
        </a:p>
      </dgm:t>
    </dgm:pt>
    <dgm:pt modelId="{B56DBB71-B992-4CBF-A7FB-73B358174E51}" type="sibTrans" cxnId="{94970A8F-F2B9-4E5E-A92C-2A1FA60A6BF4}">
      <dgm:prSet/>
      <dgm:spPr/>
      <dgm:t>
        <a:bodyPr/>
        <a:lstStyle/>
        <a:p>
          <a:endParaRPr lang="en-US"/>
        </a:p>
      </dgm:t>
    </dgm:pt>
    <dgm:pt modelId="{421F2E55-BB66-4E90-BB31-FF2B0017F7C3}">
      <dgm:prSet/>
      <dgm:spPr/>
      <dgm:t>
        <a:bodyPr/>
        <a:lstStyle/>
        <a:p>
          <a:r>
            <a:rPr lang="en-US" b="0" i="0"/>
            <a:t>Complex game logic on server</a:t>
          </a:r>
          <a:endParaRPr lang="en-US"/>
        </a:p>
      </dgm:t>
    </dgm:pt>
    <dgm:pt modelId="{6C18EE12-7EAB-4DB3-8B86-E5B6916CB4B9}" type="parTrans" cxnId="{AFE48FDA-FAB3-410B-B3A0-732E0A11BED7}">
      <dgm:prSet/>
      <dgm:spPr/>
      <dgm:t>
        <a:bodyPr/>
        <a:lstStyle/>
        <a:p>
          <a:endParaRPr lang="en-US"/>
        </a:p>
      </dgm:t>
    </dgm:pt>
    <dgm:pt modelId="{A597E61A-23C5-40D1-AA8C-3555347E3346}" type="sibTrans" cxnId="{AFE48FDA-FAB3-410B-B3A0-732E0A11BED7}">
      <dgm:prSet/>
      <dgm:spPr/>
      <dgm:t>
        <a:bodyPr/>
        <a:lstStyle/>
        <a:p>
          <a:endParaRPr lang="en-US"/>
        </a:p>
      </dgm:t>
    </dgm:pt>
    <dgm:pt modelId="{6FB6E08F-FADC-4370-AE37-C08A631815F9}" type="pres">
      <dgm:prSet presAssocID="{915BD18C-00C6-4A66-B771-80E25F549169}" presName="linear" presStyleCnt="0">
        <dgm:presLayoutVars>
          <dgm:animLvl val="lvl"/>
          <dgm:resizeHandles val="exact"/>
        </dgm:presLayoutVars>
      </dgm:prSet>
      <dgm:spPr/>
    </dgm:pt>
    <dgm:pt modelId="{FAD41136-A179-491D-B5BF-4A56ED94C668}" type="pres">
      <dgm:prSet presAssocID="{63E7EBEF-C350-45F9-8957-94AEABD4D10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282DDF1-63AF-4B53-9BDC-F41AD89C2225}" type="pres">
      <dgm:prSet presAssocID="{BC1D122B-3E01-4D31-A0E1-BF244DC49D70}" presName="spacer" presStyleCnt="0"/>
      <dgm:spPr/>
    </dgm:pt>
    <dgm:pt modelId="{419135D4-A6D4-4896-B17E-702B5DF92389}" type="pres">
      <dgm:prSet presAssocID="{7FB0EF72-7934-4446-8E16-17DA88E7F6B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0C9942B-09D0-4745-AB5F-A0DC8AAC2CD2}" type="pres">
      <dgm:prSet presAssocID="{19139222-1385-47DF-A97D-0159669EC148}" presName="spacer" presStyleCnt="0"/>
      <dgm:spPr/>
    </dgm:pt>
    <dgm:pt modelId="{D090257E-7A3F-43EF-B3C0-E832778BC78A}" type="pres">
      <dgm:prSet presAssocID="{F61E7963-B95A-46E0-9794-710CE8ECD5E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D283677-5A6F-4064-B9AC-17912E5B9A49}" type="pres">
      <dgm:prSet presAssocID="{B56DBB71-B992-4CBF-A7FB-73B358174E51}" presName="spacer" presStyleCnt="0"/>
      <dgm:spPr/>
    </dgm:pt>
    <dgm:pt modelId="{7C014489-767C-418B-85FC-5A2ACB96DE7B}" type="pres">
      <dgm:prSet presAssocID="{421F2E55-BB66-4E90-BB31-FF2B0017F7C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15FAF00-D448-494C-A8B4-CBA0702C0C5C}" type="presOf" srcId="{7FB0EF72-7934-4446-8E16-17DA88E7F6BF}" destId="{419135D4-A6D4-4896-B17E-702B5DF92389}" srcOrd="0" destOrd="0" presId="urn:microsoft.com/office/officeart/2005/8/layout/vList2"/>
    <dgm:cxn modelId="{E70B5904-E15E-4869-96D6-5DBD96FFFEE3}" type="presOf" srcId="{63E7EBEF-C350-45F9-8957-94AEABD4D100}" destId="{FAD41136-A179-491D-B5BF-4A56ED94C668}" srcOrd="0" destOrd="0" presId="urn:microsoft.com/office/officeart/2005/8/layout/vList2"/>
    <dgm:cxn modelId="{60B5B94C-C721-4C72-8A2B-171CD289FA33}" srcId="{915BD18C-00C6-4A66-B771-80E25F549169}" destId="{7FB0EF72-7934-4446-8E16-17DA88E7F6BF}" srcOrd="1" destOrd="0" parTransId="{1682A37C-D171-4ABA-AD69-69B97A0EED52}" sibTransId="{19139222-1385-47DF-A97D-0159669EC148}"/>
    <dgm:cxn modelId="{D182F84D-13CB-4933-BA64-3A282A499B23}" srcId="{915BD18C-00C6-4A66-B771-80E25F549169}" destId="{63E7EBEF-C350-45F9-8957-94AEABD4D100}" srcOrd="0" destOrd="0" parTransId="{1308D127-BCC1-4771-9783-28C556D1FC99}" sibTransId="{BC1D122B-3E01-4D31-A0E1-BF244DC49D70}"/>
    <dgm:cxn modelId="{B373598B-FBA0-4EC6-B82D-998608A68FB8}" type="presOf" srcId="{F61E7963-B95A-46E0-9794-710CE8ECD5E7}" destId="{D090257E-7A3F-43EF-B3C0-E832778BC78A}" srcOrd="0" destOrd="0" presId="urn:microsoft.com/office/officeart/2005/8/layout/vList2"/>
    <dgm:cxn modelId="{94970A8F-F2B9-4E5E-A92C-2A1FA60A6BF4}" srcId="{915BD18C-00C6-4A66-B771-80E25F549169}" destId="{F61E7963-B95A-46E0-9794-710CE8ECD5E7}" srcOrd="2" destOrd="0" parTransId="{02DC939F-F4E8-4B63-AE70-43AC396FC2F8}" sibTransId="{B56DBB71-B992-4CBF-A7FB-73B358174E51}"/>
    <dgm:cxn modelId="{FF49B1C0-0116-493C-AD0F-AB93CB45E087}" type="presOf" srcId="{915BD18C-00C6-4A66-B771-80E25F549169}" destId="{6FB6E08F-FADC-4370-AE37-C08A631815F9}" srcOrd="0" destOrd="0" presId="urn:microsoft.com/office/officeart/2005/8/layout/vList2"/>
    <dgm:cxn modelId="{F429FCD5-BCBD-45A2-A187-42207B378DF6}" type="presOf" srcId="{421F2E55-BB66-4E90-BB31-FF2B0017F7C3}" destId="{7C014489-767C-418B-85FC-5A2ACB96DE7B}" srcOrd="0" destOrd="0" presId="urn:microsoft.com/office/officeart/2005/8/layout/vList2"/>
    <dgm:cxn modelId="{AFE48FDA-FAB3-410B-B3A0-732E0A11BED7}" srcId="{915BD18C-00C6-4A66-B771-80E25F549169}" destId="{421F2E55-BB66-4E90-BB31-FF2B0017F7C3}" srcOrd="3" destOrd="0" parTransId="{6C18EE12-7EAB-4DB3-8B86-E5B6916CB4B9}" sibTransId="{A597E61A-23C5-40D1-AA8C-3555347E3346}"/>
    <dgm:cxn modelId="{B71C3D7A-C8C8-4622-9916-F4BF6E3D664B}" type="presParOf" srcId="{6FB6E08F-FADC-4370-AE37-C08A631815F9}" destId="{FAD41136-A179-491D-B5BF-4A56ED94C668}" srcOrd="0" destOrd="0" presId="urn:microsoft.com/office/officeart/2005/8/layout/vList2"/>
    <dgm:cxn modelId="{1E2867A2-F201-484A-A8CB-01D91C3015F1}" type="presParOf" srcId="{6FB6E08F-FADC-4370-AE37-C08A631815F9}" destId="{1282DDF1-63AF-4B53-9BDC-F41AD89C2225}" srcOrd="1" destOrd="0" presId="urn:microsoft.com/office/officeart/2005/8/layout/vList2"/>
    <dgm:cxn modelId="{134D614A-ADD2-4D25-966C-E310B3D82222}" type="presParOf" srcId="{6FB6E08F-FADC-4370-AE37-C08A631815F9}" destId="{419135D4-A6D4-4896-B17E-702B5DF92389}" srcOrd="2" destOrd="0" presId="urn:microsoft.com/office/officeart/2005/8/layout/vList2"/>
    <dgm:cxn modelId="{1FB73141-809D-44F2-9DBC-02A441136E86}" type="presParOf" srcId="{6FB6E08F-FADC-4370-AE37-C08A631815F9}" destId="{10C9942B-09D0-4745-AB5F-A0DC8AAC2CD2}" srcOrd="3" destOrd="0" presId="urn:microsoft.com/office/officeart/2005/8/layout/vList2"/>
    <dgm:cxn modelId="{044DE7EE-0085-44BA-991C-0540EB6891C4}" type="presParOf" srcId="{6FB6E08F-FADC-4370-AE37-C08A631815F9}" destId="{D090257E-7A3F-43EF-B3C0-E832778BC78A}" srcOrd="4" destOrd="0" presId="urn:microsoft.com/office/officeart/2005/8/layout/vList2"/>
    <dgm:cxn modelId="{BF550C41-D2CF-46A0-8482-24AA8FB44DF1}" type="presParOf" srcId="{6FB6E08F-FADC-4370-AE37-C08A631815F9}" destId="{BD283677-5A6F-4064-B9AC-17912E5B9A49}" srcOrd="5" destOrd="0" presId="urn:microsoft.com/office/officeart/2005/8/layout/vList2"/>
    <dgm:cxn modelId="{59B73E23-30B7-471F-9817-45459D4BAAD3}" type="presParOf" srcId="{6FB6E08F-FADC-4370-AE37-C08A631815F9}" destId="{7C014489-767C-418B-85FC-5A2ACB96DE7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A85FF1-625C-455A-84AE-4BEAD006637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1526E7A-578D-497D-8365-213C80F851EE}">
      <dgm:prSet/>
      <dgm:spPr/>
      <dgm:t>
        <a:bodyPr/>
        <a:lstStyle/>
        <a:p>
          <a:pPr>
            <a:defRPr cap="all"/>
          </a:pPr>
          <a:r>
            <a:rPr lang="en-US" b="0" i="0"/>
            <a:t>Live Demo</a:t>
          </a:r>
          <a:endParaRPr lang="en-US"/>
        </a:p>
      </dgm:t>
    </dgm:pt>
    <dgm:pt modelId="{21237EFC-EADC-48D7-AA7D-003FB9ACD8F0}" type="parTrans" cxnId="{A1A99A66-850D-41AB-8DE6-7B767CAED814}">
      <dgm:prSet/>
      <dgm:spPr/>
      <dgm:t>
        <a:bodyPr/>
        <a:lstStyle/>
        <a:p>
          <a:endParaRPr lang="en-US"/>
        </a:p>
      </dgm:t>
    </dgm:pt>
    <dgm:pt modelId="{991E77C4-02C2-413C-98C0-2E747BD7D488}" type="sibTrans" cxnId="{A1A99A66-850D-41AB-8DE6-7B767CAED814}">
      <dgm:prSet/>
      <dgm:spPr/>
      <dgm:t>
        <a:bodyPr/>
        <a:lstStyle/>
        <a:p>
          <a:endParaRPr lang="en-US"/>
        </a:p>
      </dgm:t>
    </dgm:pt>
    <dgm:pt modelId="{6D96CE57-C543-44BB-B60E-5AF70F9444D7}">
      <dgm:prSet/>
      <dgm:spPr/>
      <dgm:t>
        <a:bodyPr/>
        <a:lstStyle/>
        <a:p>
          <a:pPr>
            <a:defRPr cap="all"/>
          </a:pPr>
          <a:r>
            <a:rPr lang="en-US" b="0" i="0"/>
            <a:t>1. Login &amp; session persistence</a:t>
          </a:r>
          <a:endParaRPr lang="en-US"/>
        </a:p>
      </dgm:t>
    </dgm:pt>
    <dgm:pt modelId="{9FB1C4A6-A36E-4000-8582-38BD0805AA62}" type="parTrans" cxnId="{83666D9E-800A-483F-BBD9-3870112542ED}">
      <dgm:prSet/>
      <dgm:spPr/>
      <dgm:t>
        <a:bodyPr/>
        <a:lstStyle/>
        <a:p>
          <a:endParaRPr lang="en-US"/>
        </a:p>
      </dgm:t>
    </dgm:pt>
    <dgm:pt modelId="{475D7D13-F397-4FD4-BD12-147DDAD71073}" type="sibTrans" cxnId="{83666D9E-800A-483F-BBD9-3870112542ED}">
      <dgm:prSet/>
      <dgm:spPr/>
      <dgm:t>
        <a:bodyPr/>
        <a:lstStyle/>
        <a:p>
          <a:endParaRPr lang="en-US"/>
        </a:p>
      </dgm:t>
    </dgm:pt>
    <dgm:pt modelId="{5D6D49FA-6D15-4663-ACA3-9E1CE889762C}">
      <dgm:prSet/>
      <dgm:spPr/>
      <dgm:t>
        <a:bodyPr/>
        <a:lstStyle/>
        <a:p>
          <a:pPr>
            <a:defRPr cap="all"/>
          </a:pPr>
          <a:r>
            <a:rPr lang="en-US" b="0" i="0"/>
            <a:t>2. Lobby chat (real-time)</a:t>
          </a:r>
          <a:endParaRPr lang="en-US"/>
        </a:p>
      </dgm:t>
    </dgm:pt>
    <dgm:pt modelId="{3E5AB006-5828-421D-BF17-7B36CE6F3756}" type="parTrans" cxnId="{0B7DFF53-69B5-4545-AA94-04E177E65094}">
      <dgm:prSet/>
      <dgm:spPr/>
      <dgm:t>
        <a:bodyPr/>
        <a:lstStyle/>
        <a:p>
          <a:endParaRPr lang="en-US"/>
        </a:p>
      </dgm:t>
    </dgm:pt>
    <dgm:pt modelId="{56614EEC-5180-4905-AC19-C69C45A9AEA8}" type="sibTrans" cxnId="{0B7DFF53-69B5-4545-AA94-04E177E65094}">
      <dgm:prSet/>
      <dgm:spPr/>
      <dgm:t>
        <a:bodyPr/>
        <a:lstStyle/>
        <a:p>
          <a:endParaRPr lang="en-US"/>
        </a:p>
      </dgm:t>
    </dgm:pt>
    <dgm:pt modelId="{D4F72872-0CBF-4189-9C52-6A548F9ACE13}">
      <dgm:prSet/>
      <dgm:spPr/>
      <dgm:t>
        <a:bodyPr/>
        <a:lstStyle/>
        <a:p>
          <a:pPr>
            <a:defRPr cap="all"/>
          </a:pPr>
          <a:r>
            <a:rPr lang="en-US" b="0" i="0"/>
            <a:t>3. Create &amp; join game</a:t>
          </a:r>
          <a:endParaRPr lang="en-US"/>
        </a:p>
      </dgm:t>
    </dgm:pt>
    <dgm:pt modelId="{68F9190B-C6F0-4192-A3CA-28543F6EB58D}" type="parTrans" cxnId="{FACD9F91-2C2E-4368-9CFC-1EC247E0735E}">
      <dgm:prSet/>
      <dgm:spPr/>
      <dgm:t>
        <a:bodyPr/>
        <a:lstStyle/>
        <a:p>
          <a:endParaRPr lang="en-US"/>
        </a:p>
      </dgm:t>
    </dgm:pt>
    <dgm:pt modelId="{29188732-EB29-4C11-875E-D7ABB75BE569}" type="sibTrans" cxnId="{FACD9F91-2C2E-4368-9CFC-1EC247E0735E}">
      <dgm:prSet/>
      <dgm:spPr/>
      <dgm:t>
        <a:bodyPr/>
        <a:lstStyle/>
        <a:p>
          <a:endParaRPr lang="en-US"/>
        </a:p>
      </dgm:t>
    </dgm:pt>
    <dgm:pt modelId="{2413667A-55EB-4D0A-BCF1-37D6A5E409DA}">
      <dgm:prSet/>
      <dgm:spPr/>
      <dgm:t>
        <a:bodyPr/>
        <a:lstStyle/>
        <a:p>
          <a:pPr>
            <a:defRPr cap="all"/>
          </a:pPr>
          <a:r>
            <a:rPr lang="en-US" b="0" i="0"/>
            <a:t>4. Game room chat</a:t>
          </a:r>
          <a:endParaRPr lang="en-US"/>
        </a:p>
      </dgm:t>
    </dgm:pt>
    <dgm:pt modelId="{AF40C99B-1534-44E4-9E79-4B80C7B65282}" type="parTrans" cxnId="{7BF15698-5925-410B-BA6E-80B94AE93F82}">
      <dgm:prSet/>
      <dgm:spPr/>
      <dgm:t>
        <a:bodyPr/>
        <a:lstStyle/>
        <a:p>
          <a:endParaRPr lang="en-US"/>
        </a:p>
      </dgm:t>
    </dgm:pt>
    <dgm:pt modelId="{59A122AE-CE13-4D22-B0F6-7F93DCF466F1}" type="sibTrans" cxnId="{7BF15698-5925-410B-BA6E-80B94AE93F82}">
      <dgm:prSet/>
      <dgm:spPr/>
      <dgm:t>
        <a:bodyPr/>
        <a:lstStyle/>
        <a:p>
          <a:endParaRPr lang="en-US"/>
        </a:p>
      </dgm:t>
    </dgm:pt>
    <dgm:pt modelId="{E75FFC08-DA1C-4445-89A4-60727BDF8ABC}">
      <dgm:prSet/>
      <dgm:spPr/>
      <dgm:t>
        <a:bodyPr/>
        <a:lstStyle/>
        <a:p>
          <a:pPr>
            <a:defRPr cap="all"/>
          </a:pPr>
          <a:r>
            <a:rPr lang="en-US" b="0" i="0"/>
            <a:t>5. Gameplay actions</a:t>
          </a:r>
          <a:endParaRPr lang="en-US"/>
        </a:p>
      </dgm:t>
    </dgm:pt>
    <dgm:pt modelId="{A7286510-D6AA-40A5-AAB7-5C3322DE3534}" type="parTrans" cxnId="{C9F3605C-CD26-45D2-AB4E-74242174FB0B}">
      <dgm:prSet/>
      <dgm:spPr/>
      <dgm:t>
        <a:bodyPr/>
        <a:lstStyle/>
        <a:p>
          <a:endParaRPr lang="en-US"/>
        </a:p>
      </dgm:t>
    </dgm:pt>
    <dgm:pt modelId="{7E82B8F6-24AB-4E7C-8358-5FD167AD6CB8}" type="sibTrans" cxnId="{C9F3605C-CD26-45D2-AB4E-74242174FB0B}">
      <dgm:prSet/>
      <dgm:spPr/>
      <dgm:t>
        <a:bodyPr/>
        <a:lstStyle/>
        <a:p>
          <a:endParaRPr lang="en-US"/>
        </a:p>
      </dgm:t>
    </dgm:pt>
    <dgm:pt modelId="{D9B29917-C194-4347-8FB7-2F0128B63E29}">
      <dgm:prSet/>
      <dgm:spPr/>
      <dgm:t>
        <a:bodyPr/>
        <a:lstStyle/>
        <a:p>
          <a:pPr>
            <a:defRPr cap="all"/>
          </a:pPr>
          <a:r>
            <a:rPr lang="en-US" b="0" i="0"/>
            <a:t>6. Win / end state</a:t>
          </a:r>
          <a:endParaRPr lang="en-US"/>
        </a:p>
      </dgm:t>
    </dgm:pt>
    <dgm:pt modelId="{B212C194-D90B-48CD-B98F-D02C4804EE56}" type="parTrans" cxnId="{29539DA3-305B-4A48-9D4E-0AD40D2727BD}">
      <dgm:prSet/>
      <dgm:spPr/>
      <dgm:t>
        <a:bodyPr/>
        <a:lstStyle/>
        <a:p>
          <a:endParaRPr lang="en-US"/>
        </a:p>
      </dgm:t>
    </dgm:pt>
    <dgm:pt modelId="{77D35BF3-5A07-4E73-A251-A466AB339377}" type="sibTrans" cxnId="{29539DA3-305B-4A48-9D4E-0AD40D2727BD}">
      <dgm:prSet/>
      <dgm:spPr/>
      <dgm:t>
        <a:bodyPr/>
        <a:lstStyle/>
        <a:p>
          <a:endParaRPr lang="en-US"/>
        </a:p>
      </dgm:t>
    </dgm:pt>
    <dgm:pt modelId="{30258AA3-944E-4461-BB37-56D07A57CA94}" type="pres">
      <dgm:prSet presAssocID="{B3A85FF1-625C-455A-84AE-4BEAD006637B}" presName="root" presStyleCnt="0">
        <dgm:presLayoutVars>
          <dgm:dir/>
          <dgm:resizeHandles val="exact"/>
        </dgm:presLayoutVars>
      </dgm:prSet>
      <dgm:spPr/>
    </dgm:pt>
    <dgm:pt modelId="{EC2D0EC8-F830-4C91-9626-2A87F227DD38}" type="pres">
      <dgm:prSet presAssocID="{D1526E7A-578D-497D-8365-213C80F851EE}" presName="compNode" presStyleCnt="0"/>
      <dgm:spPr/>
    </dgm:pt>
    <dgm:pt modelId="{33495E82-8221-4320-9AD3-F08A35F3B175}" type="pres">
      <dgm:prSet presAssocID="{D1526E7A-578D-497D-8365-213C80F851EE}" presName="iconBgRect" presStyleLbl="bgShp" presStyleIdx="0" presStyleCnt="7"/>
      <dgm:spPr/>
    </dgm:pt>
    <dgm:pt modelId="{F27D45E2-A645-407B-B9DE-1106F4EEC675}" type="pres">
      <dgm:prSet presAssocID="{D1526E7A-578D-497D-8365-213C80F851EE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"/>
        </a:ext>
      </dgm:extLst>
    </dgm:pt>
    <dgm:pt modelId="{3C012CEB-25B5-4132-9E64-39F89107D5F9}" type="pres">
      <dgm:prSet presAssocID="{D1526E7A-578D-497D-8365-213C80F851EE}" presName="spaceRect" presStyleCnt="0"/>
      <dgm:spPr/>
    </dgm:pt>
    <dgm:pt modelId="{4D077A7C-73A7-4FC4-B594-AEDB6ACEFE17}" type="pres">
      <dgm:prSet presAssocID="{D1526E7A-578D-497D-8365-213C80F851EE}" presName="textRect" presStyleLbl="revTx" presStyleIdx="0" presStyleCnt="7">
        <dgm:presLayoutVars>
          <dgm:chMax val="1"/>
          <dgm:chPref val="1"/>
        </dgm:presLayoutVars>
      </dgm:prSet>
      <dgm:spPr/>
    </dgm:pt>
    <dgm:pt modelId="{400D0F14-3441-4D8A-8DDB-7F094336BCE4}" type="pres">
      <dgm:prSet presAssocID="{991E77C4-02C2-413C-98C0-2E747BD7D488}" presName="sibTrans" presStyleCnt="0"/>
      <dgm:spPr/>
    </dgm:pt>
    <dgm:pt modelId="{9BFCE133-363F-4437-934C-BC9CCB9743AB}" type="pres">
      <dgm:prSet presAssocID="{6D96CE57-C543-44BB-B60E-5AF70F9444D7}" presName="compNode" presStyleCnt="0"/>
      <dgm:spPr/>
    </dgm:pt>
    <dgm:pt modelId="{AFABAF34-9692-44E8-BECF-004147CD8B4B}" type="pres">
      <dgm:prSet presAssocID="{6D96CE57-C543-44BB-B60E-5AF70F9444D7}" presName="iconBgRect" presStyleLbl="bgShp" presStyleIdx="1" presStyleCnt="7"/>
      <dgm:spPr/>
    </dgm:pt>
    <dgm:pt modelId="{AA73A68B-5A59-4EEF-8967-39ECC0E8F788}" type="pres">
      <dgm:prSet presAssocID="{6D96CE57-C543-44BB-B60E-5AF70F9444D7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ACF4FEED-62FD-4D2E-95A7-AE501D8FE716}" type="pres">
      <dgm:prSet presAssocID="{6D96CE57-C543-44BB-B60E-5AF70F9444D7}" presName="spaceRect" presStyleCnt="0"/>
      <dgm:spPr/>
    </dgm:pt>
    <dgm:pt modelId="{52C86AB4-7EE7-45E0-A6B7-EAACA1D2FA64}" type="pres">
      <dgm:prSet presAssocID="{6D96CE57-C543-44BB-B60E-5AF70F9444D7}" presName="textRect" presStyleLbl="revTx" presStyleIdx="1" presStyleCnt="7">
        <dgm:presLayoutVars>
          <dgm:chMax val="1"/>
          <dgm:chPref val="1"/>
        </dgm:presLayoutVars>
      </dgm:prSet>
      <dgm:spPr/>
    </dgm:pt>
    <dgm:pt modelId="{2D1C3BB5-CDC5-45F7-8124-8DEDA8E4A3CE}" type="pres">
      <dgm:prSet presAssocID="{475D7D13-F397-4FD4-BD12-147DDAD71073}" presName="sibTrans" presStyleCnt="0"/>
      <dgm:spPr/>
    </dgm:pt>
    <dgm:pt modelId="{0F4C3F0D-6CBF-4C32-8E45-4A74A663BEEF}" type="pres">
      <dgm:prSet presAssocID="{5D6D49FA-6D15-4663-ACA3-9E1CE889762C}" presName="compNode" presStyleCnt="0"/>
      <dgm:spPr/>
    </dgm:pt>
    <dgm:pt modelId="{6BC363A6-CF75-4C19-8CF2-50446B4DDE8A}" type="pres">
      <dgm:prSet presAssocID="{5D6D49FA-6D15-4663-ACA3-9E1CE889762C}" presName="iconBgRect" presStyleLbl="bgShp" presStyleIdx="2" presStyleCnt="7"/>
      <dgm:spPr/>
    </dgm:pt>
    <dgm:pt modelId="{C1C7E2E0-F046-4E20-806B-9FC948C7DC97}" type="pres">
      <dgm:prSet presAssocID="{5D6D49FA-6D15-4663-ACA3-9E1CE889762C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DC4D73C4-E62E-4728-9B91-DFF32080957F}" type="pres">
      <dgm:prSet presAssocID="{5D6D49FA-6D15-4663-ACA3-9E1CE889762C}" presName="spaceRect" presStyleCnt="0"/>
      <dgm:spPr/>
    </dgm:pt>
    <dgm:pt modelId="{B6029293-7353-41B1-AEB1-8900CAB690D7}" type="pres">
      <dgm:prSet presAssocID="{5D6D49FA-6D15-4663-ACA3-9E1CE889762C}" presName="textRect" presStyleLbl="revTx" presStyleIdx="2" presStyleCnt="7">
        <dgm:presLayoutVars>
          <dgm:chMax val="1"/>
          <dgm:chPref val="1"/>
        </dgm:presLayoutVars>
      </dgm:prSet>
      <dgm:spPr/>
    </dgm:pt>
    <dgm:pt modelId="{9537F6B6-C85A-48BA-8E6D-8104FCEDDFA2}" type="pres">
      <dgm:prSet presAssocID="{56614EEC-5180-4905-AC19-C69C45A9AEA8}" presName="sibTrans" presStyleCnt="0"/>
      <dgm:spPr/>
    </dgm:pt>
    <dgm:pt modelId="{FCEFBC35-A672-4B8D-844D-2A093CAE050E}" type="pres">
      <dgm:prSet presAssocID="{D4F72872-0CBF-4189-9C52-6A548F9ACE13}" presName="compNode" presStyleCnt="0"/>
      <dgm:spPr/>
    </dgm:pt>
    <dgm:pt modelId="{9113F8DC-510C-45A7-99B6-C357FDBB5B01}" type="pres">
      <dgm:prSet presAssocID="{D4F72872-0CBF-4189-9C52-6A548F9ACE13}" presName="iconBgRect" presStyleLbl="bgShp" presStyleIdx="3" presStyleCnt="7"/>
      <dgm:spPr/>
    </dgm:pt>
    <dgm:pt modelId="{C36CE64C-0A2C-4970-B170-D858853E7097}" type="pres">
      <dgm:prSet presAssocID="{D4F72872-0CBF-4189-9C52-6A548F9ACE13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DB066387-FFB3-403B-8ABD-8F2602ABD9CA}" type="pres">
      <dgm:prSet presAssocID="{D4F72872-0CBF-4189-9C52-6A548F9ACE13}" presName="spaceRect" presStyleCnt="0"/>
      <dgm:spPr/>
    </dgm:pt>
    <dgm:pt modelId="{78F183A7-2841-4699-9FA6-94D571F98A08}" type="pres">
      <dgm:prSet presAssocID="{D4F72872-0CBF-4189-9C52-6A548F9ACE13}" presName="textRect" presStyleLbl="revTx" presStyleIdx="3" presStyleCnt="7">
        <dgm:presLayoutVars>
          <dgm:chMax val="1"/>
          <dgm:chPref val="1"/>
        </dgm:presLayoutVars>
      </dgm:prSet>
      <dgm:spPr/>
    </dgm:pt>
    <dgm:pt modelId="{5F0819AB-0BAC-4A83-956C-E0340BCD46D8}" type="pres">
      <dgm:prSet presAssocID="{29188732-EB29-4C11-875E-D7ABB75BE569}" presName="sibTrans" presStyleCnt="0"/>
      <dgm:spPr/>
    </dgm:pt>
    <dgm:pt modelId="{8DF0B285-62E6-4D72-8A0E-27C5CE1D5587}" type="pres">
      <dgm:prSet presAssocID="{2413667A-55EB-4D0A-BCF1-37D6A5E409DA}" presName="compNode" presStyleCnt="0"/>
      <dgm:spPr/>
    </dgm:pt>
    <dgm:pt modelId="{64F3C18E-CA05-4932-9DF0-4EF2D1AD13DE}" type="pres">
      <dgm:prSet presAssocID="{2413667A-55EB-4D0A-BCF1-37D6A5E409DA}" presName="iconBgRect" presStyleLbl="bgShp" presStyleIdx="4" presStyleCnt="7"/>
      <dgm:spPr/>
    </dgm:pt>
    <dgm:pt modelId="{8D59FCAF-5683-471E-9A12-341254AC0D44}" type="pres">
      <dgm:prSet presAssocID="{2413667A-55EB-4D0A-BCF1-37D6A5E409DA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33E2EBA8-249F-4094-8DBA-61C8198967F0}" type="pres">
      <dgm:prSet presAssocID="{2413667A-55EB-4D0A-BCF1-37D6A5E409DA}" presName="spaceRect" presStyleCnt="0"/>
      <dgm:spPr/>
    </dgm:pt>
    <dgm:pt modelId="{EC3B9D3E-122B-433E-9BF0-48D207D0490D}" type="pres">
      <dgm:prSet presAssocID="{2413667A-55EB-4D0A-BCF1-37D6A5E409DA}" presName="textRect" presStyleLbl="revTx" presStyleIdx="4" presStyleCnt="7">
        <dgm:presLayoutVars>
          <dgm:chMax val="1"/>
          <dgm:chPref val="1"/>
        </dgm:presLayoutVars>
      </dgm:prSet>
      <dgm:spPr/>
    </dgm:pt>
    <dgm:pt modelId="{ED304E21-03D6-42A7-82C3-DAE4F5D4A029}" type="pres">
      <dgm:prSet presAssocID="{59A122AE-CE13-4D22-B0F6-7F93DCF466F1}" presName="sibTrans" presStyleCnt="0"/>
      <dgm:spPr/>
    </dgm:pt>
    <dgm:pt modelId="{9834BF30-651E-4970-BFD5-695ED42DD6A1}" type="pres">
      <dgm:prSet presAssocID="{E75FFC08-DA1C-4445-89A4-60727BDF8ABC}" presName="compNode" presStyleCnt="0"/>
      <dgm:spPr/>
    </dgm:pt>
    <dgm:pt modelId="{ECF251FA-C777-46AF-8994-B5D3847DDC6E}" type="pres">
      <dgm:prSet presAssocID="{E75FFC08-DA1C-4445-89A4-60727BDF8ABC}" presName="iconBgRect" presStyleLbl="bgShp" presStyleIdx="5" presStyleCnt="7"/>
      <dgm:spPr/>
    </dgm:pt>
    <dgm:pt modelId="{98DBBCBA-F090-42F1-855D-059B28354BC7}" type="pres">
      <dgm:prSet presAssocID="{E75FFC08-DA1C-4445-89A4-60727BDF8ABC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94348F8-4D5B-4C72-9983-AF6AA297F954}" type="pres">
      <dgm:prSet presAssocID="{E75FFC08-DA1C-4445-89A4-60727BDF8ABC}" presName="spaceRect" presStyleCnt="0"/>
      <dgm:spPr/>
    </dgm:pt>
    <dgm:pt modelId="{434C7DEE-23CC-4E7E-ABE0-553922C7A185}" type="pres">
      <dgm:prSet presAssocID="{E75FFC08-DA1C-4445-89A4-60727BDF8ABC}" presName="textRect" presStyleLbl="revTx" presStyleIdx="5" presStyleCnt="7">
        <dgm:presLayoutVars>
          <dgm:chMax val="1"/>
          <dgm:chPref val="1"/>
        </dgm:presLayoutVars>
      </dgm:prSet>
      <dgm:spPr/>
    </dgm:pt>
    <dgm:pt modelId="{3C34EAD6-203F-4766-9EE9-FC41C4212DF9}" type="pres">
      <dgm:prSet presAssocID="{7E82B8F6-24AB-4E7C-8358-5FD167AD6CB8}" presName="sibTrans" presStyleCnt="0"/>
      <dgm:spPr/>
    </dgm:pt>
    <dgm:pt modelId="{87DAF6F6-674C-457E-B6A8-76D03859C4D2}" type="pres">
      <dgm:prSet presAssocID="{D9B29917-C194-4347-8FB7-2F0128B63E29}" presName="compNode" presStyleCnt="0"/>
      <dgm:spPr/>
    </dgm:pt>
    <dgm:pt modelId="{320B1569-548A-43B7-9A12-F034B72BFB16}" type="pres">
      <dgm:prSet presAssocID="{D9B29917-C194-4347-8FB7-2F0128B63E29}" presName="iconBgRect" presStyleLbl="bgShp" presStyleIdx="6" presStyleCnt="7"/>
      <dgm:spPr/>
    </dgm:pt>
    <dgm:pt modelId="{B2F7E878-056D-4F31-87BA-EF34774302CF}" type="pres">
      <dgm:prSet presAssocID="{D9B29917-C194-4347-8FB7-2F0128B63E29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92D785DE-CDEA-4720-80A9-CA6EFE9179CE}" type="pres">
      <dgm:prSet presAssocID="{D9B29917-C194-4347-8FB7-2F0128B63E29}" presName="spaceRect" presStyleCnt="0"/>
      <dgm:spPr/>
    </dgm:pt>
    <dgm:pt modelId="{9B719855-4F32-4CC0-9CF8-2CA05E3B5F76}" type="pres">
      <dgm:prSet presAssocID="{D9B29917-C194-4347-8FB7-2F0128B63E29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41BAEC28-FD4D-47E5-B452-FAD1FC9CA361}" type="presOf" srcId="{D4F72872-0CBF-4189-9C52-6A548F9ACE13}" destId="{78F183A7-2841-4699-9FA6-94D571F98A08}" srcOrd="0" destOrd="0" presId="urn:microsoft.com/office/officeart/2018/5/layout/IconCircleLabelList"/>
    <dgm:cxn modelId="{C9F3605C-CD26-45D2-AB4E-74242174FB0B}" srcId="{B3A85FF1-625C-455A-84AE-4BEAD006637B}" destId="{E75FFC08-DA1C-4445-89A4-60727BDF8ABC}" srcOrd="5" destOrd="0" parTransId="{A7286510-D6AA-40A5-AAB7-5C3322DE3534}" sibTransId="{7E82B8F6-24AB-4E7C-8358-5FD167AD6CB8}"/>
    <dgm:cxn modelId="{A1A99A66-850D-41AB-8DE6-7B767CAED814}" srcId="{B3A85FF1-625C-455A-84AE-4BEAD006637B}" destId="{D1526E7A-578D-497D-8365-213C80F851EE}" srcOrd="0" destOrd="0" parTransId="{21237EFC-EADC-48D7-AA7D-003FB9ACD8F0}" sibTransId="{991E77C4-02C2-413C-98C0-2E747BD7D488}"/>
    <dgm:cxn modelId="{0B7DFF53-69B5-4545-AA94-04E177E65094}" srcId="{B3A85FF1-625C-455A-84AE-4BEAD006637B}" destId="{5D6D49FA-6D15-4663-ACA3-9E1CE889762C}" srcOrd="2" destOrd="0" parTransId="{3E5AB006-5828-421D-BF17-7B36CE6F3756}" sibTransId="{56614EEC-5180-4905-AC19-C69C45A9AEA8}"/>
    <dgm:cxn modelId="{FACD9F91-2C2E-4368-9CFC-1EC247E0735E}" srcId="{B3A85FF1-625C-455A-84AE-4BEAD006637B}" destId="{D4F72872-0CBF-4189-9C52-6A548F9ACE13}" srcOrd="3" destOrd="0" parTransId="{68F9190B-C6F0-4192-A3CA-28543F6EB58D}" sibTransId="{29188732-EB29-4C11-875E-D7ABB75BE569}"/>
    <dgm:cxn modelId="{7BF15698-5925-410B-BA6E-80B94AE93F82}" srcId="{B3A85FF1-625C-455A-84AE-4BEAD006637B}" destId="{2413667A-55EB-4D0A-BCF1-37D6A5E409DA}" srcOrd="4" destOrd="0" parTransId="{AF40C99B-1534-44E4-9E79-4B80C7B65282}" sibTransId="{59A122AE-CE13-4D22-B0F6-7F93DCF466F1}"/>
    <dgm:cxn modelId="{9864BB9C-2D9A-4A6B-9056-E320FBB012C9}" type="presOf" srcId="{5D6D49FA-6D15-4663-ACA3-9E1CE889762C}" destId="{B6029293-7353-41B1-AEB1-8900CAB690D7}" srcOrd="0" destOrd="0" presId="urn:microsoft.com/office/officeart/2018/5/layout/IconCircleLabelList"/>
    <dgm:cxn modelId="{83666D9E-800A-483F-BBD9-3870112542ED}" srcId="{B3A85FF1-625C-455A-84AE-4BEAD006637B}" destId="{6D96CE57-C543-44BB-B60E-5AF70F9444D7}" srcOrd="1" destOrd="0" parTransId="{9FB1C4A6-A36E-4000-8582-38BD0805AA62}" sibTransId="{475D7D13-F397-4FD4-BD12-147DDAD71073}"/>
    <dgm:cxn modelId="{29539DA3-305B-4A48-9D4E-0AD40D2727BD}" srcId="{B3A85FF1-625C-455A-84AE-4BEAD006637B}" destId="{D9B29917-C194-4347-8FB7-2F0128B63E29}" srcOrd="6" destOrd="0" parTransId="{B212C194-D90B-48CD-B98F-D02C4804EE56}" sibTransId="{77D35BF3-5A07-4E73-A251-A466AB339377}"/>
    <dgm:cxn modelId="{B354A9A3-B4D0-40E8-9FFC-F480481DDE5B}" type="presOf" srcId="{D1526E7A-578D-497D-8365-213C80F851EE}" destId="{4D077A7C-73A7-4FC4-B594-AEDB6ACEFE17}" srcOrd="0" destOrd="0" presId="urn:microsoft.com/office/officeart/2018/5/layout/IconCircleLabelList"/>
    <dgm:cxn modelId="{BABF51AC-EAF9-4143-9088-CAFDE0582DD5}" type="presOf" srcId="{2413667A-55EB-4D0A-BCF1-37D6A5E409DA}" destId="{EC3B9D3E-122B-433E-9BF0-48D207D0490D}" srcOrd="0" destOrd="0" presId="urn:microsoft.com/office/officeart/2018/5/layout/IconCircleLabelList"/>
    <dgm:cxn modelId="{2CE2E8CF-E475-49BB-AEC1-F1F3CD66B55C}" type="presOf" srcId="{D9B29917-C194-4347-8FB7-2F0128B63E29}" destId="{9B719855-4F32-4CC0-9CF8-2CA05E3B5F76}" srcOrd="0" destOrd="0" presId="urn:microsoft.com/office/officeart/2018/5/layout/IconCircleLabelList"/>
    <dgm:cxn modelId="{F6039DF7-A600-4580-8055-1EA302FE33B2}" type="presOf" srcId="{E75FFC08-DA1C-4445-89A4-60727BDF8ABC}" destId="{434C7DEE-23CC-4E7E-ABE0-553922C7A185}" srcOrd="0" destOrd="0" presId="urn:microsoft.com/office/officeart/2018/5/layout/IconCircleLabelList"/>
    <dgm:cxn modelId="{C89E4CFA-5D0E-428D-B15B-A2C9BAD535DD}" type="presOf" srcId="{B3A85FF1-625C-455A-84AE-4BEAD006637B}" destId="{30258AA3-944E-4461-BB37-56D07A57CA94}" srcOrd="0" destOrd="0" presId="urn:microsoft.com/office/officeart/2018/5/layout/IconCircleLabelList"/>
    <dgm:cxn modelId="{6675B5FF-55B6-422A-BF10-CE3A60C45EE4}" type="presOf" srcId="{6D96CE57-C543-44BB-B60E-5AF70F9444D7}" destId="{52C86AB4-7EE7-45E0-A6B7-EAACA1D2FA64}" srcOrd="0" destOrd="0" presId="urn:microsoft.com/office/officeart/2018/5/layout/IconCircleLabelList"/>
    <dgm:cxn modelId="{AF5D7D09-AFA1-49E7-AC84-E38A1D344735}" type="presParOf" srcId="{30258AA3-944E-4461-BB37-56D07A57CA94}" destId="{EC2D0EC8-F830-4C91-9626-2A87F227DD38}" srcOrd="0" destOrd="0" presId="urn:microsoft.com/office/officeart/2018/5/layout/IconCircleLabelList"/>
    <dgm:cxn modelId="{3D5FB63D-DC24-46B7-8335-16D990F5D52F}" type="presParOf" srcId="{EC2D0EC8-F830-4C91-9626-2A87F227DD38}" destId="{33495E82-8221-4320-9AD3-F08A35F3B175}" srcOrd="0" destOrd="0" presId="urn:microsoft.com/office/officeart/2018/5/layout/IconCircleLabelList"/>
    <dgm:cxn modelId="{C66181EA-AE78-4549-9764-DEB7F01CBDAA}" type="presParOf" srcId="{EC2D0EC8-F830-4C91-9626-2A87F227DD38}" destId="{F27D45E2-A645-407B-B9DE-1106F4EEC675}" srcOrd="1" destOrd="0" presId="urn:microsoft.com/office/officeart/2018/5/layout/IconCircleLabelList"/>
    <dgm:cxn modelId="{ED575681-F110-4DED-80B7-DC71950E2E5B}" type="presParOf" srcId="{EC2D0EC8-F830-4C91-9626-2A87F227DD38}" destId="{3C012CEB-25B5-4132-9E64-39F89107D5F9}" srcOrd="2" destOrd="0" presId="urn:microsoft.com/office/officeart/2018/5/layout/IconCircleLabelList"/>
    <dgm:cxn modelId="{87E20FF8-7380-4218-9AE3-C4C84724D837}" type="presParOf" srcId="{EC2D0EC8-F830-4C91-9626-2A87F227DD38}" destId="{4D077A7C-73A7-4FC4-B594-AEDB6ACEFE17}" srcOrd="3" destOrd="0" presId="urn:microsoft.com/office/officeart/2018/5/layout/IconCircleLabelList"/>
    <dgm:cxn modelId="{6C8447A2-FB0F-4869-89C0-B083439BE521}" type="presParOf" srcId="{30258AA3-944E-4461-BB37-56D07A57CA94}" destId="{400D0F14-3441-4D8A-8DDB-7F094336BCE4}" srcOrd="1" destOrd="0" presId="urn:microsoft.com/office/officeart/2018/5/layout/IconCircleLabelList"/>
    <dgm:cxn modelId="{6D065B04-796A-48CB-B0A6-6FE661B3A33F}" type="presParOf" srcId="{30258AA3-944E-4461-BB37-56D07A57CA94}" destId="{9BFCE133-363F-4437-934C-BC9CCB9743AB}" srcOrd="2" destOrd="0" presId="urn:microsoft.com/office/officeart/2018/5/layout/IconCircleLabelList"/>
    <dgm:cxn modelId="{73B94DFF-2A85-4FCC-B173-94F70D7EE0E9}" type="presParOf" srcId="{9BFCE133-363F-4437-934C-BC9CCB9743AB}" destId="{AFABAF34-9692-44E8-BECF-004147CD8B4B}" srcOrd="0" destOrd="0" presId="urn:microsoft.com/office/officeart/2018/5/layout/IconCircleLabelList"/>
    <dgm:cxn modelId="{838982B2-EDEE-43C3-A073-65973196A732}" type="presParOf" srcId="{9BFCE133-363F-4437-934C-BC9CCB9743AB}" destId="{AA73A68B-5A59-4EEF-8967-39ECC0E8F788}" srcOrd="1" destOrd="0" presId="urn:microsoft.com/office/officeart/2018/5/layout/IconCircleLabelList"/>
    <dgm:cxn modelId="{3DE68742-27DA-415B-98D2-C3170B17D01B}" type="presParOf" srcId="{9BFCE133-363F-4437-934C-BC9CCB9743AB}" destId="{ACF4FEED-62FD-4D2E-95A7-AE501D8FE716}" srcOrd="2" destOrd="0" presId="urn:microsoft.com/office/officeart/2018/5/layout/IconCircleLabelList"/>
    <dgm:cxn modelId="{74053DF5-094F-4766-8822-511B5491A9D5}" type="presParOf" srcId="{9BFCE133-363F-4437-934C-BC9CCB9743AB}" destId="{52C86AB4-7EE7-45E0-A6B7-EAACA1D2FA64}" srcOrd="3" destOrd="0" presId="urn:microsoft.com/office/officeart/2018/5/layout/IconCircleLabelList"/>
    <dgm:cxn modelId="{9E1E0362-9F65-41AB-B818-8BB2BBA66DF8}" type="presParOf" srcId="{30258AA3-944E-4461-BB37-56D07A57CA94}" destId="{2D1C3BB5-CDC5-45F7-8124-8DEDA8E4A3CE}" srcOrd="3" destOrd="0" presId="urn:microsoft.com/office/officeart/2018/5/layout/IconCircleLabelList"/>
    <dgm:cxn modelId="{38F93688-3DC2-4536-B127-8684D70F58FA}" type="presParOf" srcId="{30258AA3-944E-4461-BB37-56D07A57CA94}" destId="{0F4C3F0D-6CBF-4C32-8E45-4A74A663BEEF}" srcOrd="4" destOrd="0" presId="urn:microsoft.com/office/officeart/2018/5/layout/IconCircleLabelList"/>
    <dgm:cxn modelId="{826A0AE1-9FA8-42E6-9B30-5324613E03D7}" type="presParOf" srcId="{0F4C3F0D-6CBF-4C32-8E45-4A74A663BEEF}" destId="{6BC363A6-CF75-4C19-8CF2-50446B4DDE8A}" srcOrd="0" destOrd="0" presId="urn:microsoft.com/office/officeart/2018/5/layout/IconCircleLabelList"/>
    <dgm:cxn modelId="{5B66CE41-68B0-40ED-AFD1-8930DA4A1E3C}" type="presParOf" srcId="{0F4C3F0D-6CBF-4C32-8E45-4A74A663BEEF}" destId="{C1C7E2E0-F046-4E20-806B-9FC948C7DC97}" srcOrd="1" destOrd="0" presId="urn:microsoft.com/office/officeart/2018/5/layout/IconCircleLabelList"/>
    <dgm:cxn modelId="{99D72BCB-CF4D-45E6-A356-46468087EC5F}" type="presParOf" srcId="{0F4C3F0D-6CBF-4C32-8E45-4A74A663BEEF}" destId="{DC4D73C4-E62E-4728-9B91-DFF32080957F}" srcOrd="2" destOrd="0" presId="urn:microsoft.com/office/officeart/2018/5/layout/IconCircleLabelList"/>
    <dgm:cxn modelId="{3910013B-D493-439B-A592-E83E17852284}" type="presParOf" srcId="{0F4C3F0D-6CBF-4C32-8E45-4A74A663BEEF}" destId="{B6029293-7353-41B1-AEB1-8900CAB690D7}" srcOrd="3" destOrd="0" presId="urn:microsoft.com/office/officeart/2018/5/layout/IconCircleLabelList"/>
    <dgm:cxn modelId="{7637A500-352C-4EA4-A96E-387BABC6BC33}" type="presParOf" srcId="{30258AA3-944E-4461-BB37-56D07A57CA94}" destId="{9537F6B6-C85A-48BA-8E6D-8104FCEDDFA2}" srcOrd="5" destOrd="0" presId="urn:microsoft.com/office/officeart/2018/5/layout/IconCircleLabelList"/>
    <dgm:cxn modelId="{A8C4DFB1-149D-4332-9429-70B1FB6728A6}" type="presParOf" srcId="{30258AA3-944E-4461-BB37-56D07A57CA94}" destId="{FCEFBC35-A672-4B8D-844D-2A093CAE050E}" srcOrd="6" destOrd="0" presId="urn:microsoft.com/office/officeart/2018/5/layout/IconCircleLabelList"/>
    <dgm:cxn modelId="{2077F7CD-505D-4468-9446-6A4ED3D8D528}" type="presParOf" srcId="{FCEFBC35-A672-4B8D-844D-2A093CAE050E}" destId="{9113F8DC-510C-45A7-99B6-C357FDBB5B01}" srcOrd="0" destOrd="0" presId="urn:microsoft.com/office/officeart/2018/5/layout/IconCircleLabelList"/>
    <dgm:cxn modelId="{CEF55C83-61E8-498F-A15B-79DF1E45181A}" type="presParOf" srcId="{FCEFBC35-A672-4B8D-844D-2A093CAE050E}" destId="{C36CE64C-0A2C-4970-B170-D858853E7097}" srcOrd="1" destOrd="0" presId="urn:microsoft.com/office/officeart/2018/5/layout/IconCircleLabelList"/>
    <dgm:cxn modelId="{82B100C8-7EDA-46C2-8F2E-027125216DFE}" type="presParOf" srcId="{FCEFBC35-A672-4B8D-844D-2A093CAE050E}" destId="{DB066387-FFB3-403B-8ABD-8F2602ABD9CA}" srcOrd="2" destOrd="0" presId="urn:microsoft.com/office/officeart/2018/5/layout/IconCircleLabelList"/>
    <dgm:cxn modelId="{A286FDDA-FC26-423A-BBB2-47A79512B4CD}" type="presParOf" srcId="{FCEFBC35-A672-4B8D-844D-2A093CAE050E}" destId="{78F183A7-2841-4699-9FA6-94D571F98A08}" srcOrd="3" destOrd="0" presId="urn:microsoft.com/office/officeart/2018/5/layout/IconCircleLabelList"/>
    <dgm:cxn modelId="{297FC6FA-1EE0-429F-8E6A-C8CBD66749EE}" type="presParOf" srcId="{30258AA3-944E-4461-BB37-56D07A57CA94}" destId="{5F0819AB-0BAC-4A83-956C-E0340BCD46D8}" srcOrd="7" destOrd="0" presId="urn:microsoft.com/office/officeart/2018/5/layout/IconCircleLabelList"/>
    <dgm:cxn modelId="{F3E59B20-5C58-4C66-8D47-D94E952F5407}" type="presParOf" srcId="{30258AA3-944E-4461-BB37-56D07A57CA94}" destId="{8DF0B285-62E6-4D72-8A0E-27C5CE1D5587}" srcOrd="8" destOrd="0" presId="urn:microsoft.com/office/officeart/2018/5/layout/IconCircleLabelList"/>
    <dgm:cxn modelId="{391B9879-F4BE-4CE7-B165-C332510FD99F}" type="presParOf" srcId="{8DF0B285-62E6-4D72-8A0E-27C5CE1D5587}" destId="{64F3C18E-CA05-4932-9DF0-4EF2D1AD13DE}" srcOrd="0" destOrd="0" presId="urn:microsoft.com/office/officeart/2018/5/layout/IconCircleLabelList"/>
    <dgm:cxn modelId="{5E3E38C4-B502-42A1-A497-1F9EE734A83E}" type="presParOf" srcId="{8DF0B285-62E6-4D72-8A0E-27C5CE1D5587}" destId="{8D59FCAF-5683-471E-9A12-341254AC0D44}" srcOrd="1" destOrd="0" presId="urn:microsoft.com/office/officeart/2018/5/layout/IconCircleLabelList"/>
    <dgm:cxn modelId="{9FEA0E09-8A47-4B60-B08F-56EFD5F2A9B6}" type="presParOf" srcId="{8DF0B285-62E6-4D72-8A0E-27C5CE1D5587}" destId="{33E2EBA8-249F-4094-8DBA-61C8198967F0}" srcOrd="2" destOrd="0" presId="urn:microsoft.com/office/officeart/2018/5/layout/IconCircleLabelList"/>
    <dgm:cxn modelId="{4C9DABED-088E-4DFE-B5AE-3B37AC7219DA}" type="presParOf" srcId="{8DF0B285-62E6-4D72-8A0E-27C5CE1D5587}" destId="{EC3B9D3E-122B-433E-9BF0-48D207D0490D}" srcOrd="3" destOrd="0" presId="urn:microsoft.com/office/officeart/2018/5/layout/IconCircleLabelList"/>
    <dgm:cxn modelId="{3F49C75C-7DB5-457A-9BB0-C2995F99C43F}" type="presParOf" srcId="{30258AA3-944E-4461-BB37-56D07A57CA94}" destId="{ED304E21-03D6-42A7-82C3-DAE4F5D4A029}" srcOrd="9" destOrd="0" presId="urn:microsoft.com/office/officeart/2018/5/layout/IconCircleLabelList"/>
    <dgm:cxn modelId="{6371FD70-0B03-483E-9A2A-FEEF8DD1A412}" type="presParOf" srcId="{30258AA3-944E-4461-BB37-56D07A57CA94}" destId="{9834BF30-651E-4970-BFD5-695ED42DD6A1}" srcOrd="10" destOrd="0" presId="urn:microsoft.com/office/officeart/2018/5/layout/IconCircleLabelList"/>
    <dgm:cxn modelId="{328D9877-2473-4CD0-98D1-F5220ED40E98}" type="presParOf" srcId="{9834BF30-651E-4970-BFD5-695ED42DD6A1}" destId="{ECF251FA-C777-46AF-8994-B5D3847DDC6E}" srcOrd="0" destOrd="0" presId="urn:microsoft.com/office/officeart/2018/5/layout/IconCircleLabelList"/>
    <dgm:cxn modelId="{1FFD8479-F2CE-403A-B801-17891EC779AD}" type="presParOf" srcId="{9834BF30-651E-4970-BFD5-695ED42DD6A1}" destId="{98DBBCBA-F090-42F1-855D-059B28354BC7}" srcOrd="1" destOrd="0" presId="urn:microsoft.com/office/officeart/2018/5/layout/IconCircleLabelList"/>
    <dgm:cxn modelId="{81EF99F1-FB6C-456E-8E06-D83B5102C8AB}" type="presParOf" srcId="{9834BF30-651E-4970-BFD5-695ED42DD6A1}" destId="{394348F8-4D5B-4C72-9983-AF6AA297F954}" srcOrd="2" destOrd="0" presId="urn:microsoft.com/office/officeart/2018/5/layout/IconCircleLabelList"/>
    <dgm:cxn modelId="{7CBA2AD0-940E-4F68-877B-C3591DF38657}" type="presParOf" srcId="{9834BF30-651E-4970-BFD5-695ED42DD6A1}" destId="{434C7DEE-23CC-4E7E-ABE0-553922C7A185}" srcOrd="3" destOrd="0" presId="urn:microsoft.com/office/officeart/2018/5/layout/IconCircleLabelList"/>
    <dgm:cxn modelId="{A19C0948-16EF-4EA0-967D-073AE00BAE24}" type="presParOf" srcId="{30258AA3-944E-4461-BB37-56D07A57CA94}" destId="{3C34EAD6-203F-4766-9EE9-FC41C4212DF9}" srcOrd="11" destOrd="0" presId="urn:microsoft.com/office/officeart/2018/5/layout/IconCircleLabelList"/>
    <dgm:cxn modelId="{2B91D26F-2981-47B2-B1D5-E40A3E81BDE2}" type="presParOf" srcId="{30258AA3-944E-4461-BB37-56D07A57CA94}" destId="{87DAF6F6-674C-457E-B6A8-76D03859C4D2}" srcOrd="12" destOrd="0" presId="urn:microsoft.com/office/officeart/2018/5/layout/IconCircleLabelList"/>
    <dgm:cxn modelId="{FB82094D-37D5-4E99-96D7-41200B64DB9B}" type="presParOf" srcId="{87DAF6F6-674C-457E-B6A8-76D03859C4D2}" destId="{320B1569-548A-43B7-9A12-F034B72BFB16}" srcOrd="0" destOrd="0" presId="urn:microsoft.com/office/officeart/2018/5/layout/IconCircleLabelList"/>
    <dgm:cxn modelId="{B2603740-F8D9-4A57-A120-97C499C192BE}" type="presParOf" srcId="{87DAF6F6-674C-457E-B6A8-76D03859C4D2}" destId="{B2F7E878-056D-4F31-87BA-EF34774302CF}" srcOrd="1" destOrd="0" presId="urn:microsoft.com/office/officeart/2018/5/layout/IconCircleLabelList"/>
    <dgm:cxn modelId="{30A3908A-3C12-423A-B223-1B297C5D0B91}" type="presParOf" srcId="{87DAF6F6-674C-457E-B6A8-76D03859C4D2}" destId="{92D785DE-CDEA-4720-80A9-CA6EFE9179CE}" srcOrd="2" destOrd="0" presId="urn:microsoft.com/office/officeart/2018/5/layout/IconCircleLabelList"/>
    <dgm:cxn modelId="{2C273435-291D-4B6E-A604-0A2554FDC389}" type="presParOf" srcId="{87DAF6F6-674C-457E-B6A8-76D03859C4D2}" destId="{9B719855-4F32-4CC0-9CF8-2CA05E3B5F7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41136-A179-491D-B5BF-4A56ED94C668}">
      <dsp:nvSpPr>
        <dsp:cNvPr id="0" name=""/>
        <dsp:cNvSpPr/>
      </dsp:nvSpPr>
      <dsp:spPr>
        <a:xfrm>
          <a:off x="0" y="38166"/>
          <a:ext cx="5614987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Multiplayer real-time gameplay</a:t>
          </a:r>
          <a:endParaRPr lang="en-US" sz="2800" kern="1200"/>
        </a:p>
      </dsp:txBody>
      <dsp:txXfrm>
        <a:off x="54373" y="92539"/>
        <a:ext cx="5506241" cy="1005094"/>
      </dsp:txXfrm>
    </dsp:sp>
    <dsp:sp modelId="{419135D4-A6D4-4896-B17E-702B5DF92389}">
      <dsp:nvSpPr>
        <dsp:cNvPr id="0" name=""/>
        <dsp:cNvSpPr/>
      </dsp:nvSpPr>
      <dsp:spPr>
        <a:xfrm>
          <a:off x="0" y="1232646"/>
          <a:ext cx="5614987" cy="1113840"/>
        </a:xfrm>
        <a:prstGeom prst="roundRect">
          <a:avLst/>
        </a:prstGeom>
        <a:solidFill>
          <a:schemeClr val="accent2">
            <a:hueOff val="451605"/>
            <a:satOff val="-2211"/>
            <a:lumOff val="124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Lobby vs game-room isolation</a:t>
          </a:r>
          <a:endParaRPr lang="en-US" sz="2800" kern="1200"/>
        </a:p>
      </dsp:txBody>
      <dsp:txXfrm>
        <a:off x="54373" y="1287019"/>
        <a:ext cx="5506241" cy="1005094"/>
      </dsp:txXfrm>
    </dsp:sp>
    <dsp:sp modelId="{D090257E-7A3F-43EF-B3C0-E832778BC78A}">
      <dsp:nvSpPr>
        <dsp:cNvPr id="0" name=""/>
        <dsp:cNvSpPr/>
      </dsp:nvSpPr>
      <dsp:spPr>
        <a:xfrm>
          <a:off x="0" y="2427126"/>
          <a:ext cx="5614987" cy="1113840"/>
        </a:xfrm>
        <a:prstGeom prst="roundRect">
          <a:avLst/>
        </a:prstGeom>
        <a:solidFill>
          <a:schemeClr val="accent2">
            <a:hueOff val="903209"/>
            <a:satOff val="-4421"/>
            <a:lumOff val="24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Session-based socket authentication</a:t>
          </a:r>
          <a:endParaRPr lang="en-US" sz="2800" kern="1200"/>
        </a:p>
      </dsp:txBody>
      <dsp:txXfrm>
        <a:off x="54373" y="2481499"/>
        <a:ext cx="5506241" cy="1005094"/>
      </dsp:txXfrm>
    </dsp:sp>
    <dsp:sp modelId="{7C014489-767C-418B-85FC-5A2ACB96DE7B}">
      <dsp:nvSpPr>
        <dsp:cNvPr id="0" name=""/>
        <dsp:cNvSpPr/>
      </dsp:nvSpPr>
      <dsp:spPr>
        <a:xfrm>
          <a:off x="0" y="3621606"/>
          <a:ext cx="5614987" cy="1113840"/>
        </a:xfrm>
        <a:prstGeom prst="roundRect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Complex game logic on server</a:t>
          </a:r>
          <a:endParaRPr lang="en-US" sz="2800" kern="1200"/>
        </a:p>
      </dsp:txBody>
      <dsp:txXfrm>
        <a:off x="54373" y="3675979"/>
        <a:ext cx="5506241" cy="10050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495E82-8221-4320-9AD3-F08A35F3B175}">
      <dsp:nvSpPr>
        <dsp:cNvPr id="0" name=""/>
        <dsp:cNvSpPr/>
      </dsp:nvSpPr>
      <dsp:spPr>
        <a:xfrm>
          <a:off x="270452" y="891083"/>
          <a:ext cx="824572" cy="82457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D45E2-A645-407B-B9DE-1106F4EEC675}">
      <dsp:nvSpPr>
        <dsp:cNvPr id="0" name=""/>
        <dsp:cNvSpPr/>
      </dsp:nvSpPr>
      <dsp:spPr>
        <a:xfrm>
          <a:off x="446181" y="1066812"/>
          <a:ext cx="473115" cy="4731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77A7C-73A7-4FC4-B594-AEDB6ACEFE17}">
      <dsp:nvSpPr>
        <dsp:cNvPr id="0" name=""/>
        <dsp:cNvSpPr/>
      </dsp:nvSpPr>
      <dsp:spPr>
        <a:xfrm>
          <a:off x="6859" y="1972490"/>
          <a:ext cx="1351757" cy="54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Live Demo</a:t>
          </a:r>
          <a:endParaRPr lang="en-US" sz="1200" kern="1200"/>
        </a:p>
      </dsp:txBody>
      <dsp:txXfrm>
        <a:off x="6859" y="1972490"/>
        <a:ext cx="1351757" cy="540703"/>
      </dsp:txXfrm>
    </dsp:sp>
    <dsp:sp modelId="{AFABAF34-9692-44E8-BECF-004147CD8B4B}">
      <dsp:nvSpPr>
        <dsp:cNvPr id="0" name=""/>
        <dsp:cNvSpPr/>
      </dsp:nvSpPr>
      <dsp:spPr>
        <a:xfrm>
          <a:off x="1858768" y="891083"/>
          <a:ext cx="824572" cy="82457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73A68B-5A59-4EEF-8967-39ECC0E8F788}">
      <dsp:nvSpPr>
        <dsp:cNvPr id="0" name=""/>
        <dsp:cNvSpPr/>
      </dsp:nvSpPr>
      <dsp:spPr>
        <a:xfrm>
          <a:off x="2034496" y="1066812"/>
          <a:ext cx="473115" cy="4731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86AB4-7EE7-45E0-A6B7-EAACA1D2FA64}">
      <dsp:nvSpPr>
        <dsp:cNvPr id="0" name=""/>
        <dsp:cNvSpPr/>
      </dsp:nvSpPr>
      <dsp:spPr>
        <a:xfrm>
          <a:off x="1595175" y="1972490"/>
          <a:ext cx="1351757" cy="54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1. Login &amp; session persistence</a:t>
          </a:r>
          <a:endParaRPr lang="en-US" sz="1200" kern="1200"/>
        </a:p>
      </dsp:txBody>
      <dsp:txXfrm>
        <a:off x="1595175" y="1972490"/>
        <a:ext cx="1351757" cy="540703"/>
      </dsp:txXfrm>
    </dsp:sp>
    <dsp:sp modelId="{6BC363A6-CF75-4C19-8CF2-50446B4DDE8A}">
      <dsp:nvSpPr>
        <dsp:cNvPr id="0" name=""/>
        <dsp:cNvSpPr/>
      </dsp:nvSpPr>
      <dsp:spPr>
        <a:xfrm>
          <a:off x="3447083" y="891083"/>
          <a:ext cx="824572" cy="82457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C7E2E0-F046-4E20-806B-9FC948C7DC97}">
      <dsp:nvSpPr>
        <dsp:cNvPr id="0" name=""/>
        <dsp:cNvSpPr/>
      </dsp:nvSpPr>
      <dsp:spPr>
        <a:xfrm>
          <a:off x="3622811" y="1066812"/>
          <a:ext cx="473115" cy="4731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029293-7353-41B1-AEB1-8900CAB690D7}">
      <dsp:nvSpPr>
        <dsp:cNvPr id="0" name=""/>
        <dsp:cNvSpPr/>
      </dsp:nvSpPr>
      <dsp:spPr>
        <a:xfrm>
          <a:off x="3183490" y="1972490"/>
          <a:ext cx="1351757" cy="54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2. Lobby chat (real-time)</a:t>
          </a:r>
          <a:endParaRPr lang="en-US" sz="1200" kern="1200"/>
        </a:p>
      </dsp:txBody>
      <dsp:txXfrm>
        <a:off x="3183490" y="1972490"/>
        <a:ext cx="1351757" cy="540703"/>
      </dsp:txXfrm>
    </dsp:sp>
    <dsp:sp modelId="{9113F8DC-510C-45A7-99B6-C357FDBB5B01}">
      <dsp:nvSpPr>
        <dsp:cNvPr id="0" name=""/>
        <dsp:cNvSpPr/>
      </dsp:nvSpPr>
      <dsp:spPr>
        <a:xfrm>
          <a:off x="5035398" y="891083"/>
          <a:ext cx="824572" cy="82457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6CE64C-0A2C-4970-B170-D858853E7097}">
      <dsp:nvSpPr>
        <dsp:cNvPr id="0" name=""/>
        <dsp:cNvSpPr/>
      </dsp:nvSpPr>
      <dsp:spPr>
        <a:xfrm>
          <a:off x="5211127" y="1066812"/>
          <a:ext cx="473115" cy="4731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F183A7-2841-4699-9FA6-94D571F98A08}">
      <dsp:nvSpPr>
        <dsp:cNvPr id="0" name=""/>
        <dsp:cNvSpPr/>
      </dsp:nvSpPr>
      <dsp:spPr>
        <a:xfrm>
          <a:off x="4771806" y="1972490"/>
          <a:ext cx="1351757" cy="54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3. Create &amp; join game</a:t>
          </a:r>
          <a:endParaRPr lang="en-US" sz="1200" kern="1200"/>
        </a:p>
      </dsp:txBody>
      <dsp:txXfrm>
        <a:off x="4771806" y="1972490"/>
        <a:ext cx="1351757" cy="540703"/>
      </dsp:txXfrm>
    </dsp:sp>
    <dsp:sp modelId="{64F3C18E-CA05-4932-9DF0-4EF2D1AD13DE}">
      <dsp:nvSpPr>
        <dsp:cNvPr id="0" name=""/>
        <dsp:cNvSpPr/>
      </dsp:nvSpPr>
      <dsp:spPr>
        <a:xfrm>
          <a:off x="6623714" y="891083"/>
          <a:ext cx="824572" cy="82457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59FCAF-5683-471E-9A12-341254AC0D44}">
      <dsp:nvSpPr>
        <dsp:cNvPr id="0" name=""/>
        <dsp:cNvSpPr/>
      </dsp:nvSpPr>
      <dsp:spPr>
        <a:xfrm>
          <a:off x="6799442" y="1066812"/>
          <a:ext cx="473115" cy="4731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3B9D3E-122B-433E-9BF0-48D207D0490D}">
      <dsp:nvSpPr>
        <dsp:cNvPr id="0" name=""/>
        <dsp:cNvSpPr/>
      </dsp:nvSpPr>
      <dsp:spPr>
        <a:xfrm>
          <a:off x="6360121" y="1972490"/>
          <a:ext cx="1351757" cy="54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4. Game room chat</a:t>
          </a:r>
          <a:endParaRPr lang="en-US" sz="1200" kern="1200"/>
        </a:p>
      </dsp:txBody>
      <dsp:txXfrm>
        <a:off x="6360121" y="1972490"/>
        <a:ext cx="1351757" cy="540703"/>
      </dsp:txXfrm>
    </dsp:sp>
    <dsp:sp modelId="{ECF251FA-C777-46AF-8994-B5D3847DDC6E}">
      <dsp:nvSpPr>
        <dsp:cNvPr id="0" name=""/>
        <dsp:cNvSpPr/>
      </dsp:nvSpPr>
      <dsp:spPr>
        <a:xfrm>
          <a:off x="8212029" y="891083"/>
          <a:ext cx="824572" cy="82457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DBBCBA-F090-42F1-855D-059B28354BC7}">
      <dsp:nvSpPr>
        <dsp:cNvPr id="0" name=""/>
        <dsp:cNvSpPr/>
      </dsp:nvSpPr>
      <dsp:spPr>
        <a:xfrm>
          <a:off x="8387758" y="1066812"/>
          <a:ext cx="473115" cy="47311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C7DEE-23CC-4E7E-ABE0-553922C7A185}">
      <dsp:nvSpPr>
        <dsp:cNvPr id="0" name=""/>
        <dsp:cNvSpPr/>
      </dsp:nvSpPr>
      <dsp:spPr>
        <a:xfrm>
          <a:off x="7948436" y="1972490"/>
          <a:ext cx="1351757" cy="54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5. Gameplay actions</a:t>
          </a:r>
          <a:endParaRPr lang="en-US" sz="1200" kern="1200"/>
        </a:p>
      </dsp:txBody>
      <dsp:txXfrm>
        <a:off x="7948436" y="1972490"/>
        <a:ext cx="1351757" cy="540703"/>
      </dsp:txXfrm>
    </dsp:sp>
    <dsp:sp modelId="{320B1569-548A-43B7-9A12-F034B72BFB16}">
      <dsp:nvSpPr>
        <dsp:cNvPr id="0" name=""/>
        <dsp:cNvSpPr/>
      </dsp:nvSpPr>
      <dsp:spPr>
        <a:xfrm>
          <a:off x="9800345" y="891083"/>
          <a:ext cx="824572" cy="82457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F7E878-056D-4F31-87BA-EF34774302CF}">
      <dsp:nvSpPr>
        <dsp:cNvPr id="0" name=""/>
        <dsp:cNvSpPr/>
      </dsp:nvSpPr>
      <dsp:spPr>
        <a:xfrm>
          <a:off x="9976073" y="1066812"/>
          <a:ext cx="473115" cy="47311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719855-4F32-4CC0-9CF8-2CA05E3B5F76}">
      <dsp:nvSpPr>
        <dsp:cNvPr id="0" name=""/>
        <dsp:cNvSpPr/>
      </dsp:nvSpPr>
      <dsp:spPr>
        <a:xfrm>
          <a:off x="9536752" y="1972490"/>
          <a:ext cx="1351757" cy="54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6. Win / end state</a:t>
          </a:r>
          <a:endParaRPr lang="en-US" sz="1200" kern="1200"/>
        </a:p>
      </dsp:txBody>
      <dsp:txXfrm>
        <a:off x="9536752" y="1972490"/>
        <a:ext cx="1351757" cy="540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95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19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27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6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25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91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002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9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2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049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670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380590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9241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4033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5283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0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09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71634-E3A4-7BD9-06BC-AE214FD02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2012" y="1447800"/>
            <a:ext cx="5222325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EBEBEB"/>
                </a:solidFill>
              </a:rPr>
              <a:t>Hidden Joker Rummy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795045-83C5-7A5C-EE07-923CB4761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2012" y="4777380"/>
            <a:ext cx="5222326" cy="8614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>
                <a:solidFill>
                  <a:schemeClr val="tx2">
                    <a:lumMod val="40000"/>
                    <a:lumOff val="60000"/>
                  </a:schemeClr>
                </a:solidFill>
              </a:rPr>
              <a:t>CSC 667 – Final Term Project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tx2">
                    <a:lumMod val="40000"/>
                    <a:lumOff val="60000"/>
                  </a:schemeClr>
                </a:solidFill>
              </a:rPr>
              <a:t>Team Z-G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tx2">
                    <a:lumMod val="40000"/>
                    <a:lumOff val="60000"/>
                  </a:schemeClr>
                </a:solidFill>
              </a:rPr>
              <a:t>Fall 2025</a:t>
            </a:r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17955E-DBDB-3468-3360-E51FFABA86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15" r="37108"/>
          <a:stretch>
            <a:fillRect/>
          </a:stretch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5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5A9638-3B7E-01B0-1C25-59149EE94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Technology Overview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B7B3BF-BECD-5EA3-49F1-3380FC131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6269434" cy="447082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100"/>
              <a:t>Backend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• Node.js + Express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• PostgreSQL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• TypeScript</a:t>
            </a:r>
          </a:p>
          <a:p>
            <a:pPr>
              <a:lnSpc>
                <a:spcPct val="90000"/>
              </a:lnSpc>
            </a:pPr>
            <a:endParaRPr lang="en-US" sz="1100"/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Frontend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• EJS Templates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• Bootstrap 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• </a:t>
            </a:r>
            <a:r>
              <a:rPr lang="en-US" sz="1100" err="1"/>
              <a:t>ESBuild</a:t>
            </a:r>
            <a:r>
              <a:rPr lang="en-US" sz="1100"/>
              <a:t> + Vite</a:t>
            </a:r>
          </a:p>
          <a:p>
            <a:pPr>
              <a:lnSpc>
                <a:spcPct val="90000"/>
              </a:lnSpc>
            </a:pPr>
            <a:endParaRPr lang="en-US" sz="1100"/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Real-Time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• Socket.io</a:t>
            </a:r>
          </a:p>
          <a:p>
            <a:pPr>
              <a:lnSpc>
                <a:spcPct val="90000"/>
              </a:lnSpc>
            </a:pPr>
            <a:endParaRPr lang="en-US" sz="1100"/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Persistence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• Sessions stored in PostgreSQL</a:t>
            </a:r>
          </a:p>
        </p:txBody>
      </p:sp>
    </p:spTree>
    <p:extLst>
      <p:ext uri="{BB962C8B-B14F-4D97-AF65-F5344CB8AC3E}">
        <p14:creationId xmlns:p14="http://schemas.microsoft.com/office/powerpoint/2010/main" val="3307259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A20A-8ADD-023D-1A63-D568F99E4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81" y="629266"/>
            <a:ext cx="4767471" cy="1641986"/>
          </a:xfrm>
        </p:spPr>
        <p:txBody>
          <a:bodyPr>
            <a:normAutofit/>
          </a:bodyPr>
          <a:lstStyle/>
          <a:p>
            <a:r>
              <a:rPr lang="en-US"/>
              <a:t>Architecture Overview</a:t>
            </a:r>
          </a:p>
        </p:txBody>
      </p:sp>
      <p:pic>
        <p:nvPicPr>
          <p:cNvPr id="16" name="Picture 15" descr="Blue blocks and networks technology background">
            <a:extLst>
              <a:ext uri="{FF2B5EF4-FFF2-40B4-BE49-F238E27FC236}">
                <a16:creationId xmlns:a16="http://schemas.microsoft.com/office/drawing/2014/main" id="{BBB8ACFE-55AA-9C6D-A92D-EACE4E07CE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r="46448" b="-446"/>
          <a:stretch>
            <a:fillRect/>
          </a:stretch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7DD0B-444F-FA1B-43D4-518618FD8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2381" y="2438400"/>
            <a:ext cx="4767471" cy="3809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Architecture</a:t>
            </a:r>
          </a:p>
          <a:p>
            <a:r>
              <a:rPr lang="en-US" dirty="0"/>
              <a:t> Server-rendered pages (EJS)</a:t>
            </a:r>
          </a:p>
          <a:p>
            <a:r>
              <a:rPr lang="en-US" dirty="0"/>
              <a:t> REST endpoints for game actions</a:t>
            </a:r>
          </a:p>
          <a:p>
            <a:r>
              <a:rPr lang="en-US" dirty="0"/>
              <a:t> Socket.io for real-time updates</a:t>
            </a:r>
          </a:p>
          <a:p>
            <a:r>
              <a:rPr lang="en-US" dirty="0"/>
              <a:t> Game logic enforced server-side</a:t>
            </a:r>
          </a:p>
        </p:txBody>
      </p:sp>
    </p:spTree>
    <p:extLst>
      <p:ext uri="{BB962C8B-B14F-4D97-AF65-F5344CB8AC3E}">
        <p14:creationId xmlns:p14="http://schemas.microsoft.com/office/powerpoint/2010/main" val="171280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E7DFF-729D-B293-B4EF-9F69748E3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2F2F2"/>
                </a:solidFill>
              </a:rPr>
              <a:t>Team Highlights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B48042-48DA-73AC-DAF5-B4098ED1C0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1233901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4018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07E47-4C98-B5A9-5813-800674A0F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649" y="629266"/>
            <a:ext cx="5343203" cy="1641986"/>
          </a:xfrm>
        </p:spPr>
        <p:txBody>
          <a:bodyPr>
            <a:normAutofit/>
          </a:bodyPr>
          <a:lstStyle/>
          <a:p>
            <a:r>
              <a:rPr lang="en-US" dirty="0"/>
              <a:t>Feature Summary</a:t>
            </a:r>
          </a:p>
        </p:txBody>
      </p:sp>
      <p:pic>
        <p:nvPicPr>
          <p:cNvPr id="5" name="Picture 4" descr="A stack of dice on a boardgame">
            <a:extLst>
              <a:ext uri="{FF2B5EF4-FFF2-40B4-BE49-F238E27FC236}">
                <a16:creationId xmlns:a16="http://schemas.microsoft.com/office/drawing/2014/main" id="{72555B37-60E6-7688-EBC2-AEA00FA64E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52" r="26262"/>
          <a:stretch>
            <a:fillRect/>
          </a:stretch>
        </p:blipFill>
        <p:spPr>
          <a:xfrm>
            <a:off x="-1" y="10"/>
            <a:ext cx="4058949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7F4EB-DC22-10B7-B141-C1959E7D6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649" y="2438400"/>
            <a:ext cx="5343203" cy="3809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Implemented Features</a:t>
            </a:r>
          </a:p>
          <a:p>
            <a:r>
              <a:rPr lang="en-US" dirty="0"/>
              <a:t>✓ Signup / Login / Logout</a:t>
            </a:r>
          </a:p>
          <a:p>
            <a:r>
              <a:rPr lang="en-US" dirty="0"/>
              <a:t>✓ Persistent sessions</a:t>
            </a:r>
          </a:p>
          <a:p>
            <a:r>
              <a:rPr lang="en-US" dirty="0"/>
              <a:t>✓ Global lobby chat</a:t>
            </a:r>
          </a:p>
          <a:p>
            <a:r>
              <a:rPr lang="en-US" dirty="0"/>
              <a:t>✓ Create &amp; join games</a:t>
            </a:r>
          </a:p>
          <a:p>
            <a:r>
              <a:rPr lang="en-US" dirty="0"/>
              <a:t>✓ Game-room-only chat</a:t>
            </a:r>
          </a:p>
          <a:p>
            <a:r>
              <a:rPr lang="en-US" dirty="0"/>
              <a:t>✓ Turn-based gameplay</a:t>
            </a:r>
          </a:p>
          <a:p>
            <a:r>
              <a:rPr lang="en-US" dirty="0"/>
              <a:t>✓ Win detection</a:t>
            </a:r>
          </a:p>
        </p:txBody>
      </p:sp>
    </p:spTree>
    <p:extLst>
      <p:ext uri="{BB962C8B-B14F-4D97-AF65-F5344CB8AC3E}">
        <p14:creationId xmlns:p14="http://schemas.microsoft.com/office/powerpoint/2010/main" val="388879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0B6C2C-6AB8-B65C-47DD-3C4216B07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Demo Roadmap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9AB8A3-6F03-A5E9-6793-ACBD645770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8669579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852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BA6F3-B262-F280-699F-B799702BB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012" y="1447800"/>
            <a:ext cx="5222325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24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09811DF6-66E4-43D5-B564-315179653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81964" cy="6858000"/>
          </a:xfrm>
          <a:custGeom>
            <a:avLst/>
            <a:gdLst>
              <a:gd name="connsiteX0" fmla="*/ 3137249 w 4481964"/>
              <a:gd name="connsiteY0" fmla="*/ 0 h 6858000"/>
              <a:gd name="connsiteX1" fmla="*/ 4480787 w 4481964"/>
              <a:gd name="connsiteY1" fmla="*/ 0 h 6858000"/>
              <a:gd name="connsiteX2" fmla="*/ 4455742 w 4481964"/>
              <a:gd name="connsiteY2" fmla="*/ 155676 h 6858000"/>
              <a:gd name="connsiteX3" fmla="*/ 4431873 w 4481964"/>
              <a:gd name="connsiteY3" fmla="*/ 310667 h 6858000"/>
              <a:gd name="connsiteX4" fmla="*/ 4408509 w 4481964"/>
              <a:gd name="connsiteY4" fmla="*/ 466344 h 6858000"/>
              <a:gd name="connsiteX5" fmla="*/ 4388506 w 4481964"/>
              <a:gd name="connsiteY5" fmla="*/ 622706 h 6858000"/>
              <a:gd name="connsiteX6" fmla="*/ 4368335 w 4481964"/>
              <a:gd name="connsiteY6" fmla="*/ 778383 h 6858000"/>
              <a:gd name="connsiteX7" fmla="*/ 4349509 w 4481964"/>
              <a:gd name="connsiteY7" fmla="*/ 934745 h 6858000"/>
              <a:gd name="connsiteX8" fmla="*/ 4333373 w 4481964"/>
              <a:gd name="connsiteY8" fmla="*/ 1089050 h 6858000"/>
              <a:gd name="connsiteX9" fmla="*/ 4318077 w 4481964"/>
              <a:gd name="connsiteY9" fmla="*/ 1245413 h 6858000"/>
              <a:gd name="connsiteX10" fmla="*/ 4304125 w 4481964"/>
              <a:gd name="connsiteY10" fmla="*/ 1401089 h 6858000"/>
              <a:gd name="connsiteX11" fmla="*/ 4292023 w 4481964"/>
              <a:gd name="connsiteY11" fmla="*/ 1554023 h 6858000"/>
              <a:gd name="connsiteX12" fmla="*/ 4279920 w 4481964"/>
              <a:gd name="connsiteY12" fmla="*/ 1709013 h 6858000"/>
              <a:gd name="connsiteX13" fmla="*/ 4269835 w 4481964"/>
              <a:gd name="connsiteY13" fmla="*/ 1861947 h 6858000"/>
              <a:gd name="connsiteX14" fmla="*/ 4261935 w 4481964"/>
              <a:gd name="connsiteY14" fmla="*/ 2014880 h 6858000"/>
              <a:gd name="connsiteX15" fmla="*/ 4253698 w 4481964"/>
              <a:gd name="connsiteY15" fmla="*/ 2167128 h 6858000"/>
              <a:gd name="connsiteX16" fmla="*/ 4246807 w 4481964"/>
              <a:gd name="connsiteY16" fmla="*/ 2318004 h 6858000"/>
              <a:gd name="connsiteX17" fmla="*/ 4241932 w 4481964"/>
              <a:gd name="connsiteY17" fmla="*/ 2467508 h 6858000"/>
              <a:gd name="connsiteX18" fmla="*/ 4237730 w 4481964"/>
              <a:gd name="connsiteY18" fmla="*/ 2617013 h 6858000"/>
              <a:gd name="connsiteX19" fmla="*/ 4233696 w 4481964"/>
              <a:gd name="connsiteY19" fmla="*/ 2765145 h 6858000"/>
              <a:gd name="connsiteX20" fmla="*/ 4231847 w 4481964"/>
              <a:gd name="connsiteY20" fmla="*/ 2911221 h 6858000"/>
              <a:gd name="connsiteX21" fmla="*/ 4229830 w 4481964"/>
              <a:gd name="connsiteY21" fmla="*/ 3057296 h 6858000"/>
              <a:gd name="connsiteX22" fmla="*/ 4228821 w 4481964"/>
              <a:gd name="connsiteY22" fmla="*/ 3201314 h 6858000"/>
              <a:gd name="connsiteX23" fmla="*/ 4229830 w 4481964"/>
              <a:gd name="connsiteY23" fmla="*/ 3343960 h 6858000"/>
              <a:gd name="connsiteX24" fmla="*/ 4229830 w 4481964"/>
              <a:gd name="connsiteY24" fmla="*/ 3485235 h 6858000"/>
              <a:gd name="connsiteX25" fmla="*/ 4231847 w 4481964"/>
              <a:gd name="connsiteY25" fmla="*/ 3625138 h 6858000"/>
              <a:gd name="connsiteX26" fmla="*/ 4234872 w 4481964"/>
              <a:gd name="connsiteY26" fmla="*/ 3762298 h 6858000"/>
              <a:gd name="connsiteX27" fmla="*/ 4237730 w 4481964"/>
              <a:gd name="connsiteY27" fmla="*/ 3898087 h 6858000"/>
              <a:gd name="connsiteX28" fmla="*/ 4240924 w 4481964"/>
              <a:gd name="connsiteY28" fmla="*/ 4031132 h 6858000"/>
              <a:gd name="connsiteX29" fmla="*/ 4245798 w 4481964"/>
              <a:gd name="connsiteY29" fmla="*/ 4163491 h 6858000"/>
              <a:gd name="connsiteX30" fmla="*/ 4251009 w 4481964"/>
              <a:gd name="connsiteY30" fmla="*/ 4293793 h 6858000"/>
              <a:gd name="connsiteX31" fmla="*/ 4255715 w 4481964"/>
              <a:gd name="connsiteY31" fmla="*/ 4421352 h 6858000"/>
              <a:gd name="connsiteX32" fmla="*/ 4268995 w 4481964"/>
              <a:gd name="connsiteY32" fmla="*/ 4670298 h 6858000"/>
              <a:gd name="connsiteX33" fmla="*/ 4283114 w 4481964"/>
              <a:gd name="connsiteY33" fmla="*/ 4908956 h 6858000"/>
              <a:gd name="connsiteX34" fmla="*/ 4297906 w 4481964"/>
              <a:gd name="connsiteY34" fmla="*/ 5138013 h 6858000"/>
              <a:gd name="connsiteX35" fmla="*/ 4314211 w 4481964"/>
              <a:gd name="connsiteY35" fmla="*/ 5354726 h 6858000"/>
              <a:gd name="connsiteX36" fmla="*/ 4331188 w 4481964"/>
              <a:gd name="connsiteY36" fmla="*/ 5561838 h 6858000"/>
              <a:gd name="connsiteX37" fmla="*/ 4349509 w 4481964"/>
              <a:gd name="connsiteY37" fmla="*/ 5753862 h 6858000"/>
              <a:gd name="connsiteX38" fmla="*/ 4367495 w 4481964"/>
              <a:gd name="connsiteY38" fmla="*/ 5934227 h 6858000"/>
              <a:gd name="connsiteX39" fmla="*/ 4385480 w 4481964"/>
              <a:gd name="connsiteY39" fmla="*/ 6100191 h 6858000"/>
              <a:gd name="connsiteX40" fmla="*/ 4402457 w 4481964"/>
              <a:gd name="connsiteY40" fmla="*/ 6252438 h 6858000"/>
              <a:gd name="connsiteX41" fmla="*/ 4418594 w 4481964"/>
              <a:gd name="connsiteY41" fmla="*/ 6387541 h 6858000"/>
              <a:gd name="connsiteX42" fmla="*/ 4433890 w 4481964"/>
              <a:gd name="connsiteY42" fmla="*/ 6509613 h 6858000"/>
              <a:gd name="connsiteX43" fmla="*/ 4446665 w 4481964"/>
              <a:gd name="connsiteY43" fmla="*/ 6612483 h 6858000"/>
              <a:gd name="connsiteX44" fmla="*/ 4458767 w 4481964"/>
              <a:gd name="connsiteY44" fmla="*/ 6698894 h 6858000"/>
              <a:gd name="connsiteX45" fmla="*/ 4476081 w 4481964"/>
              <a:gd name="connsiteY45" fmla="*/ 6817538 h 6858000"/>
              <a:gd name="connsiteX46" fmla="*/ 4481964 w 4481964"/>
              <a:gd name="connsiteY46" fmla="*/ 6858000 h 6858000"/>
              <a:gd name="connsiteX47" fmla="*/ 3577807 w 4481964"/>
              <a:gd name="connsiteY47" fmla="*/ 6858000 h 6858000"/>
              <a:gd name="connsiteX48" fmla="*/ 3577807 w 4481964"/>
              <a:gd name="connsiteY48" fmla="*/ 6858000 h 6858000"/>
              <a:gd name="connsiteX49" fmla="*/ 0 w 4481964"/>
              <a:gd name="connsiteY49" fmla="*/ 6858000 h 6858000"/>
              <a:gd name="connsiteX50" fmla="*/ 0 w 4481964"/>
              <a:gd name="connsiteY50" fmla="*/ 0 h 6858000"/>
              <a:gd name="connsiteX51" fmla="*/ 3137249 w 448196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481964" h="6858000">
                <a:moveTo>
                  <a:pt x="3137249" y="0"/>
                </a:move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3577807" y="6858000"/>
                </a:lnTo>
                <a:lnTo>
                  <a:pt x="0" y="6858000"/>
                </a:lnTo>
                <a:lnTo>
                  <a:pt x="0" y="0"/>
                </a:lnTo>
                <a:lnTo>
                  <a:pt x="313724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B568C504-4FAA-FD97-65FE-03306B8160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240" y="2074882"/>
            <a:ext cx="2936836" cy="293683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3711120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</TotalTime>
  <Words>164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Hidden Joker Rummy</vt:lpstr>
      <vt:lpstr>Technology Overview</vt:lpstr>
      <vt:lpstr>Architecture Overview</vt:lpstr>
      <vt:lpstr>Team Highlights</vt:lpstr>
      <vt:lpstr>Feature Summary</vt:lpstr>
      <vt:lpstr>Demo Roadmap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Shadi Daher</dc:creator>
  <cp:lastModifiedBy>Shadi Daher</cp:lastModifiedBy>
  <cp:revision>3</cp:revision>
  <dcterms:created xsi:type="dcterms:W3CDTF">2025-12-19T20:14:25Z</dcterms:created>
  <dcterms:modified xsi:type="dcterms:W3CDTF">2025-12-19T20:29:29Z</dcterms:modified>
</cp:coreProperties>
</file>