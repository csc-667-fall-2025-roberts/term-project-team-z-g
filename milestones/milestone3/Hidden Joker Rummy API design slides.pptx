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100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0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1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44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2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3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8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81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6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8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3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65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9139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18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7333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97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79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1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780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78198C-1A41-DAC7-6C18-4716F51E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Hidden Joker Rummy – API Design</a:t>
            </a:r>
            <a:br>
              <a:rPr lang="en-US" sz="2800" b="1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B25CAE4-2876-6551-69AD-B5450E88E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CSC 667 – Internet Application Design</a:t>
            </a:r>
            <a:br>
              <a:rPr lang="en-US" sz="1600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Team Z-G</a:t>
            </a:r>
            <a:br>
              <a:rPr lang="en-US" sz="1600">
                <a:solidFill>
                  <a:srgbClr val="FFFFFF"/>
                </a:solidFill>
              </a:rPr>
            </a:br>
            <a:endParaRPr lang="en-US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39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lang="da-DK" sz="2800">
                <a:solidFill>
                  <a:srgbClr val="FFFFFF"/>
                </a:solidFill>
              </a:rPr>
              <a:t>Hidden Joker Rummy – 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Multiplayer card game (2–4 players)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Draw, discard &amp; form melds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Hidden Joker rank = wildcard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First valid meld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lang="en-US" sz="2800">
                <a:solidFill>
                  <a:srgbClr val="FFFFFF"/>
                </a:solidFill>
              </a:rPr>
              <a:t>HTTP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Game Management: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POST /api/games – Create Game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POST /api/games/:id/join – Join Game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POST /api/games/:id/start – Start Game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GET /api/games/:id – Get Game State</a:t>
            </a: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endParaRPr lang="en-US" sz="1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Game Actions: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POST /api/games/:id/draw-card – Draw Card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POST /api/games/:id/discard-card – Discard Card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POST /api/games/:id/submit-melds – Declare Rummy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lang="en-US" sz="2800">
                <a:solidFill>
                  <a:srgbClr val="FFFFFF"/>
                </a:solidFill>
              </a:rPr>
              <a:t>Deep Dive: Start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Route: POST /api/games/:id/start</a:t>
            </a:r>
          </a:p>
          <a:p>
            <a:pPr>
              <a:lnSpc>
                <a:spcPct val="90000"/>
              </a:lnSpc>
              <a:defRPr sz="1400">
                <a:solidFill>
                  <a:srgbClr val="282828"/>
                </a:solidFill>
              </a:defRPr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Key Validation: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Must be host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Game must be in lobby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At least 2 players</a:t>
            </a:r>
          </a:p>
          <a:p>
            <a:pPr>
              <a:lnSpc>
                <a:spcPct val="90000"/>
              </a:lnSpc>
              <a:defRPr sz="1400">
                <a:solidFill>
                  <a:srgbClr val="282828"/>
                </a:solidFill>
              </a:defRPr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State Updates: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Shuffle deck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Choose hidden joker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Deal cards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Initialize turn order</a:t>
            </a:r>
          </a:p>
          <a:p>
            <a:pPr>
              <a:lnSpc>
                <a:spcPct val="90000"/>
              </a:lnSpc>
              <a:defRPr sz="1400">
                <a:solidFill>
                  <a:srgbClr val="282828"/>
                </a:solidFill>
              </a:defRPr>
            </a:pPr>
            <a:endParaRPr lang="en-US" sz="1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Socket Events: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game:state:update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game:hand:update</a:t>
            </a:r>
          </a:p>
          <a:p>
            <a:pPr marL="0" indent="0">
              <a:lnSpc>
                <a:spcPct val="90000"/>
              </a:lnSpc>
              <a:buNone/>
              <a:defRPr sz="1400">
                <a:solidFill>
                  <a:srgbClr val="282828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	• game:turn:changed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lang="en-US" sz="2800">
                <a:solidFill>
                  <a:srgbClr val="FFFFFF"/>
                </a:solidFill>
              </a:rPr>
              <a:t>Deep Dive: Draw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Route: POST /api/games/:id/draw-card</a:t>
            </a: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endParaRPr lang="en-US" sz="1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Validation: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Must be current player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Valid source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Pile has cards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Can't draw twice</a:t>
            </a: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endParaRPr lang="en-US" sz="1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Updates: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Give player card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Mark has_drawn</a:t>
            </a: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endParaRPr lang="en-US" sz="1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Events: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hand:update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state:update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lang="en-US" sz="2800">
                <a:solidFill>
                  <a:srgbClr val="FFFFFF"/>
                </a:solidFill>
              </a:rPr>
              <a:t>Socket.io Events &amp;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Public Events: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game:player:joined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game:state:update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game:turn:changed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game:melds:submitted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game:ended</a:t>
            </a: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endParaRPr lang="en-US" sz="1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Private: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• game:hand:update</a:t>
            </a: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endParaRPr lang="en-US" sz="16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Order: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1. hand:update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2. state:update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3. turn:changed</a:t>
            </a:r>
          </a:p>
          <a:p>
            <a:pPr marL="0" indent="0">
              <a:lnSpc>
                <a:spcPct val="90000"/>
              </a:lnSpc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	4. game:ended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lang="en-US" sz="2800">
                <a:solidFill>
                  <a:srgbClr val="FFFFFF"/>
                </a:solidFill>
              </a:rPr>
              <a:t>Security &amp; Edge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Server validates all actions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Check card ownership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Validate melds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Prevent cheating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Handle empty piles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Enforce hidden joker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>
              <a:defRPr sz="3000" b="1">
                <a:solidFill>
                  <a:srgbClr val="FF6600"/>
                </a:solidFill>
              </a:defRPr>
            </a:pPr>
            <a:r>
              <a:rPr lang="en-US" sz="28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Full Rummy API design complete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Public vs private state separation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Real-time sync via Socket.io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Strong validation + security</a:t>
            </a:r>
          </a:p>
          <a:p>
            <a:pPr marL="0" indent="0">
              <a:buNone/>
              <a:defRPr sz="1600">
                <a:solidFill>
                  <a:srgbClr val="282828"/>
                </a:solidFill>
              </a:defRPr>
            </a:pPr>
            <a:r>
              <a:rPr lang="en-US" sz="1600">
                <a:solidFill>
                  <a:srgbClr val="FFFFFF"/>
                </a:solidFill>
              </a:rPr>
              <a:t>• Ready for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</TotalTime>
  <Words>430</Words>
  <Application>Microsoft Office PowerPoint</Application>
  <PresentationFormat>On-screen Show (4:3)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Century Gothic</vt:lpstr>
      <vt:lpstr>Wingdings 3</vt:lpstr>
      <vt:lpstr>Slice</vt:lpstr>
      <vt:lpstr>Hidden Joker Rummy – API Design </vt:lpstr>
      <vt:lpstr>Hidden Joker Rummy – API Design</vt:lpstr>
      <vt:lpstr>HTTP API Endpoints</vt:lpstr>
      <vt:lpstr>Deep Dive: Start Game</vt:lpstr>
      <vt:lpstr>Deep Dive: Draw Card</vt:lpstr>
      <vt:lpstr>Socket.io Events &amp; Ordering</vt:lpstr>
      <vt:lpstr>Security &amp; Edge Cases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Shadi Daher</cp:lastModifiedBy>
  <cp:revision>3</cp:revision>
  <dcterms:created xsi:type="dcterms:W3CDTF">2013-01-27T09:14:16Z</dcterms:created>
  <dcterms:modified xsi:type="dcterms:W3CDTF">2025-12-04T01:09:36Z</dcterms:modified>
  <cp:category/>
</cp:coreProperties>
</file>